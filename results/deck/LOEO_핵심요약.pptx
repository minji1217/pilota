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554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5A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후속실험 3 · 핵심 요약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9751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교수님 제안 검증 결과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712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산사태 정답을 학습에도 쓰고, 지진을 하나씩 가려 평가했다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621024"/>
            <a:ext cx="2377440" cy="0"/>
          </a:xfrm>
          <a:prstGeom prst="line">
            <a:avLst/>
          </a:prstGeom>
          <a:noFill/>
          <a:ln w="31750">
            <a:solidFill>
              <a:srgbClr val="5A8C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제안은 작동했다. 단, 면적 항이 없을 때만.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256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30회 · LOEO 5회차 · 부트스트랩 3,000회 · 판정 기준은 결과 확인 전에 고정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교수님 제안과 우리가 적용한 것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85800" y="1700784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4EDF2"/>
          </a:solidFill>
          <a:ln w="19050">
            <a:solidFill>
              <a:srgbClr val="1D4E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83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제안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31136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“산사태 정답을 학습에도 쓰되,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공정하게 평가하려고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지진을 하나씩 가려서 시험해라.”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4670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— 산지 비율은 단독으로 0.806을 맞히는데, 모델에 넣으면 계수가 0.05로 거의 학습되지 않았다.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00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적용한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121408"/>
            <a:ext cx="310896" cy="31089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048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사전확률 식에 산지 항을 넣었다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식 + κ × 산지 비율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798064"/>
            <a:ext cx="310896" cy="31089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2724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loss에 산사태 정답을 넣었다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29992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loss + ω × BCE(사전확률, 정답)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310896" cy="31089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지진 하나씩 가려 평가했다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675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지진 × 5회차, 회차마다 처음부터 재학습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224528"/>
            <a:ext cx="10744200" cy="1005840"/>
          </a:xfrm>
          <a:prstGeom prst="roundRect">
            <a:avLst>
              <a:gd name="adj" fmla="val 9091"/>
            </a:avLst>
          </a:prstGeom>
          <a:solidFill>
            <a:srgbClr val="16212A"/>
          </a:solidFill>
          <a:ln w="12700">
            <a:solidFill>
              <a:srgbClr val="1621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3708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그리고 이것을 두 가지 사전확률 위에서 각각 돌렸다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7183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기존 방식  —  USGS 값을 그대로 쓴다          ② 면적 항 —  USGS 값 × 칸 수 (26.09.16 작업에서 이미 확정된 기준선)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돌린 실험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조건을 이렇게 짰다. 각 칸이 하나의 조건이다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아무것도 안 함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항만 넣음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(정답 학습 없음)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항 + 정답 학습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(교수님 제안)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3230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없음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(기존 방식)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0390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있음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(USGS 값 × 칸 수)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1752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6DE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6151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962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6D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6151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962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E4EDF2"/>
          </a:solidFill>
          <a:ln w="19050">
            <a:solidFill>
              <a:srgbClr val="1D4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0" y="26151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적용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962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6DE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39867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6DE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39867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비교용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E4EDF2"/>
          </a:solidFill>
          <a:ln w="19050">
            <a:solidFill>
              <a:srgbClr val="1D4E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0" y="39867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적용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5회차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212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민감도 확인 — BCE 가중치 ω를 1·10으로, 링크 함수를 logit으로 바꿔 각각 다시.  합계 30회.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596128"/>
            <a:ext cx="10744200" cy="658368"/>
          </a:xfrm>
          <a:prstGeom prst="roundRect">
            <a:avLst>
              <a:gd name="adj" fmla="val 13889"/>
            </a:avLst>
          </a:prstGeom>
          <a:solidFill>
            <a:srgbClr val="EEF2F4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760720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 장치 — 조건·ω·성공 기준을 결과 확인 전에 고정 · 가린 지진에서만 채점 · 짝지은 부트스트랩 3,000회로 비교 · 기존 결과 재현 확인(±0.0000)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실험 결과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자리에 점수를 넣었다. 숫자는 산사태 예측 점수(1.0이 완벽, 0.5가 찍기)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아무것도 안 함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항만 넣음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(정답 학습 없음)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177393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항 + 정답 학습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(교수님 제안)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3230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없음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(기존 방식)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0390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있음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(USGS 값 × 칸 수)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1752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4688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85216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24688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0.748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686800" y="23408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F71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24688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0.804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2" y="31272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제안이 올렸다   ＋0.082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1752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38404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498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1위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38404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0.729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925312" y="4498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크게 떨어졌다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0" y="3712464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0" y="38404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0.851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2" y="4498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오르지 않았다   －0.004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5175504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EDF3EF"/>
          </a:solidFill>
          <a:ln w="19050">
            <a:solidFill>
              <a:srgbClr val="2F71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면적 항이 없으면 — 제안이 통했다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56144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 → 0.804. 우연일 확률 2% 미만.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회차 모두 “산이 많으면 산사태가 많다”로 학습됐다.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5175504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7EDEA"/>
          </a:solidFill>
          <a:ln w="19050">
            <a:solidFill>
              <a:srgbClr val="A844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64808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면적 항이 있으면 — 통하지 않았다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56144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 → 0.851. 다시 뽑은 3,000개 표본 전부에서 못 넘었다.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정답 없이 산지만 넣으면 0.729로 망가진다 — 정답 학습이 그걸 막아준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왜 면적 항 위에서는 통하지 않았나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 수와 산지 비율이 사실 같은 것을 재고 있었다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2834640" cy="2834640"/>
          </a:xfrm>
          <a:prstGeom prst="ellipse">
            <a:avLst/>
          </a:prstGeom>
          <a:solidFill>
            <a:srgbClr val="1D4E6B">
              <a:alpha val="38000"/>
            </a:srgbClr>
          </a:solidFill>
          <a:ln w="19050">
            <a:solidFill>
              <a:srgbClr val="1D4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920240"/>
            <a:ext cx="2834640" cy="2834640"/>
          </a:xfrm>
          <a:prstGeom prst="ellipse">
            <a:avLst/>
          </a:prstGeom>
          <a:solidFill>
            <a:srgbClr val="2F7150">
              <a:alpha val="38000"/>
            </a:srgbClr>
          </a:solidFill>
          <a:ln w="19050">
            <a:solidFill>
              <a:srgbClr val="2F71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9718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 수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(시정촌 면적)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31729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비율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겹침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8828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산이 많은 곳은 대체로 넓은 시정촌이다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1920240"/>
            <a:ext cx="4754880" cy="2834640"/>
          </a:xfrm>
          <a:prstGeom prst="roundRect">
            <a:avLst>
              <a:gd name="adj" fmla="val 3226"/>
            </a:avLst>
          </a:prstGeom>
          <a:solidFill>
            <a:srgbClr val="EEF2F4"/>
          </a:solidFill>
          <a:ln w="635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2121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도착지가 거의 같았다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42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정답을 학습해서 도달한 사전확률 점수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8163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493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 수를 곱해서 얻은 사전확률 점수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76732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407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길로 같은 정보에 닿았다.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413248"/>
            <a:ext cx="10744200" cy="841248"/>
          </a:xfrm>
          <a:prstGeom prst="roundRect">
            <a:avLst>
              <a:gd name="adj" fmla="val 10870"/>
            </a:avLst>
          </a:prstGeom>
          <a:solidFill>
            <a:srgbClr val="16212A"/>
          </a:solidFill>
          <a:ln w="12700">
            <a:solidFill>
              <a:srgbClr val="1621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6509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아는 것을 다시 가르칠 수는 없다 — 면적 항이 산지 정보를 이미 담고 있어, 그 위에서는 산지 항이 더 보탤 것이 없었다.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결론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607040" cy="1335024"/>
          </a:xfrm>
          <a:prstGeom prst="roundRect">
            <a:avLst>
              <a:gd name="adj" fmla="val 6849"/>
            </a:avLst>
          </a:prstGeom>
          <a:solidFill>
            <a:srgbClr val="22313C"/>
          </a:solidFill>
          <a:ln w="19050">
            <a:solidFill>
              <a:srgbClr val="5A8C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쓸 것 — USGS 값 × 칸 수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06654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항 없음 · 산사태 정답 미사용 · 사전확률에 학습할 값이 하나도 없다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6093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249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산사태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6093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0.781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2249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액상화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교수님께 드릴 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255264"/>
            <a:ext cx="10607040" cy="1207008"/>
          </a:xfrm>
          <a:prstGeom prst="roundRect">
            <a:avLst>
              <a:gd name="adj" fmla="val 7576"/>
            </a:avLst>
          </a:prstGeom>
          <a:solidFill>
            <a:srgbClr val="22313C"/>
          </a:solidFill>
          <a:ln w="9525">
            <a:solidFill>
              <a:srgbClr val="314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419856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“제안하신 절차는 기존 방식 위에서 유의하게 작동했습니다 (0.722 → 0.804, 우연일 확률 2% 미만).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칸 수를 곱하는 수정이 산지 비율과 같은 정보를 이미 담고 있어(겹침 0.53) 그 위에서는 추가 이득이 없었습니다.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감독 구조는 유지하고, 칸 수가 아직 모르는 변수로 대상을 바꿔볼 차례입니다.”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000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다음에 할 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3401568" cy="969264"/>
          </a:xfrm>
          <a:prstGeom prst="roundRect">
            <a:avLst>
              <a:gd name="adj" fmla="val 9434"/>
            </a:avLst>
          </a:prstGeom>
          <a:solidFill>
            <a:srgbClr val="22313C"/>
          </a:solidFill>
          <a:ln w="9525">
            <a:solidFill>
              <a:srgbClr val="3142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157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감독 대상을 바꾼다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431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경사도 · 지질 · 강우 — 칸 수가 모르는 변수로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07408" y="5029200"/>
            <a:ext cx="3401568" cy="969264"/>
          </a:xfrm>
          <a:prstGeom prst="roundRect">
            <a:avLst>
              <a:gd name="adj" fmla="val 9434"/>
            </a:avLst>
          </a:prstGeom>
          <a:solidFill>
            <a:srgbClr val="22313C"/>
          </a:solidFill>
          <a:ln w="9525">
            <a:solidFill>
              <a:srgbClr val="314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36008" y="5157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모델을 들여다본다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5431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산사태 순서에 거의 기여하지 못하고 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91856" y="5029200"/>
            <a:ext cx="3401568" cy="969264"/>
          </a:xfrm>
          <a:prstGeom prst="roundRect">
            <a:avLst>
              <a:gd name="adj" fmla="val 9434"/>
            </a:avLst>
          </a:prstGeom>
          <a:solidFill>
            <a:srgbClr val="22313C"/>
          </a:solidFill>
          <a:ln w="9525">
            <a:solidFill>
              <a:srgbClr val="3142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0456" y="5157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훗카이도 라벨을 확인한다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0456" y="5431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산지 비율이 거꾸로 작동하는 유일한 지진이다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1447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솔직히 — 0.855는 이미 갖고 있던 값이다. 이번 실험에서 새로 얻은 것은 “왜 그 값을 넘지 못하는가”에 대한 답이다.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교수님 제안 검증 결과</dc:title>
  <dc:subject>PptxGenJS Presentation</dc:subject>
  <dc:creator>PptxGenJS</dc:creator>
  <cp:lastModifiedBy>PptxGenJS</cp:lastModifiedBy>
  <cp:revision>1</cp:revision>
  <dcterms:created xsi:type="dcterms:W3CDTF">2026-09-17T01:06:37Z</dcterms:created>
  <dcterms:modified xsi:type="dcterms:W3CDTF">2026-09-17T01:06:37Z</dcterms:modified>
</cp:coreProperties>
</file>