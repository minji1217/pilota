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사후 가중 AUC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1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A0  기존 사전</c:v>
                  </c:pt>
                  <c:pt idx="1">
                    <c:v>A1  + κ·m</c:v>
                  </c:pt>
                  <c:pt idx="2">
                    <c:v>B1  면적 항 + κ·m</c:v>
                  </c:pt>
                  <c:pt idx="3">
                    <c:v>A2  제안 (A 계열)</c:v>
                  </c:pt>
                  <c:pt idx="4">
                    <c:v>B2-ω1</c:v>
                  </c:pt>
                  <c:pt idx="5">
                    <c:v>B2  제안 + 면적 항</c:v>
                  </c:pt>
                  <c:pt idx="6">
                    <c:v>B0  면적 항만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0.7222</c:v>
                </c:pt>
                <c:pt idx="1">
                  <c:v>0.7479</c:v>
                </c:pt>
                <c:pt idx="2">
                  <c:v>0.7285</c:v>
                </c:pt>
                <c:pt idx="3">
                  <c:v>0.8039</c:v>
                </c:pt>
                <c:pt idx="4">
                  <c:v>0.8136</c:v>
                </c:pt>
                <c:pt idx="5">
                  <c:v>0.8507</c:v>
                </c:pt>
                <c:pt idx="6">
                  <c:v>0.855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621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b"/>
        <c:majorGridlines>
          <c:spPr>
            <a:ln w="12700" cap="flat">
              <a:solidFill>
                <a:srgbClr val="E7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1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π̄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π̄ + 면적 항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0.7969</c:v>
                </c:pt>
                <c:pt idx="1">
                  <c:v>0.8214</c:v>
                </c:pt>
                <c:pt idx="2">
                  <c:v>0.806</c:v>
                </c:pt>
                <c:pt idx="3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</c:v>
                </c:pt>
              </c:strCache>
            </c:strRef>
          </c:tx>
          <c:spPr>
            <a:solidFill>
              <a:srgbClr val="7FB79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1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π̄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π̄ + 면적 항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0.7154</c:v>
                </c:pt>
                <c:pt idx="1">
                  <c:v>0.547</c:v>
                </c:pt>
                <c:pt idx="2">
                  <c:v>0.4287</c:v>
                </c:pt>
                <c:pt idx="3">
                  <c:v>0.7698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00" u="none">
                  <a:solidFill>
                    <a:srgbClr val="1621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A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35"/>
        </c:scaling>
        <c:delete val="0"/>
        <c:axPos val="l"/>
        <c:majorGridlines>
          <c:spPr>
            <a:ln w="12700" cap="flat">
              <a:solidFill>
                <a:srgbClr val="E7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6B7A8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면적 항은 USGS 값이 확률이 아니라 격자 칸당 피복 비율이라는 점을 보정한다. LOEO는 정답을 학습에 쓰면서도 성능을 정직하게 재는 절차다.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0.8550은 새로 얻은 값이 아니다. 기존 자료의 0.855와 소수 넷째 자리까지 같다. 새로 밝혀진 것은 왜 그것을 넘지 못하는가다.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면적 항은 USGS 값이 칸당 피복 비율이라는 점에서 유도된다. 칸이 독립이면 기대 칸 수 λ = π̄ × k 이고, log λ = log π̄ + log k 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 지진의 피해 건수는 NLL에 그대로 들어간다. 가리는 것은 그 지진의 ls_flag뿐이다.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구분이 이번 보고의 신뢰도를 지탱한다. B0이 1위라는 것도, A2가 성공이라는 것도 모두 사전등록 조건 안에서 나온 결론이다.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A의 'log k 평균 빼기' 열이 전부 '안 뺌'인 것이 중요하다. 사전등록 30회는 센터링을 하지 않았고, 센터링은 별도 사후 탐색에서만 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B에서 A2의 κ가 전부 양수이고 B2는 뒤집힌다는 것이 판정 결과를 직접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산사태 정답을 한 번도 쓰지 않았고 사전에 학습 파라미터가 없는데도 1위다.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B2−B1이 P=1.0인 것이 중요하다. 감독을 붙이면 κ 폭주는 막아준다. 다만 그래봐야 아무것도 안 넣은 B0을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회귀 44개 파라미터와 음이항 우도가 LS 순위에 보태는 것이 거의 없다. A 계열에서는 오히려 깎는다.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'prior보다 높으면 좋은 것 아닌가'라는 질문에 답한다. 최종값이 기준이고, Δ는 사전 순위와 함께 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훗카이도 회차만 κ가 양수인 것은 그 회차에서만 훗카이도의 반대되는 라벨이 BCE에서 빠지기 때문이다. κ 부호 불안정의 원인은 학습이 아니라 이 지진 하나다.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신뢰 지진(144)만 보면 A2 0.8437이 B0 0.8435를 아주 근소하게 앞선다. LS에서 밀린 A2가 LQ에서는 B0과 동급이다.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가지 모두 결과를 본 뒤에 나온 아이디어라 판정표에는 섞지 않고 별도 파일로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점이 이번 실험의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적는 것이 중요하다. 특히 음성 20개라는 표본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E7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A · 후속실험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19072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면적항과 LOEO 실험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432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값에 시정촌 면적 항을 넣고, 산사태 정답을 학습에도 쓰되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지진을 하나씩 가려 평가했다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3657600"/>
            <a:ext cx="2560320" cy="0"/>
          </a:xfrm>
          <a:prstGeom prst="line">
            <a:avLst/>
          </a:prstGeom>
          <a:noFill/>
          <a:ln w="31750">
            <a:solidFill>
              <a:srgbClr val="4E7E9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85876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30회 + 사후 탐색 30회 · LOEO 5회차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부트스트랩 3,000회 · seed 0 · 3000 epoch · Adam lr 0.02 · λγ 10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869680" y="1417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70848" y="15636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E7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0.8550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9070848" y="213969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LS 가중 AUC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869680" y="283464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70848" y="29809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9070848" y="35570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조건의 사전 학습 파라미터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869680" y="425196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4398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60회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497433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학습 실행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장 요약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60회 실행 결과를 네 문장으로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72768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제안은 A 계열에서 깨끗하게 작동했다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0195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0.7222 → 0.8039. 짝지은 부트스트랩 P(개선&gt;0) = 0.981, 5회차 κ가 전부 양수(+0.93~+1.37)로 안정적이었다.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596896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61488"/>
            <a:ext cx="365760" cy="365760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26883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면적 항 위에서는 이득이 없다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53312" y="3017520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0.8507 ≤ B0 0.8550. 면적 항이 산지 정보를 이미 담고 있어(corr 0.53) 배울 것이 남아 있지 않았다.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712464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877056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803904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성능은 사전확률이 거의 다 만든다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133088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log(π̄)+log k 만으로 0.8400. 음성이 충분한 세 지진에서는 사전과 사후가 완전히 같다(둘 다 0.8177).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828032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992624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992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4919472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적용은 가장 적게 학습하는 쪽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5248656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— 사전 학습 파라미터 0개, 산사태 정답 미사용, LS 0.8550. LQ까지 챙기려면 C0(+b_LQ 하나).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05332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기준값 — USGS prior 단독 0.797 · 산지 비율 단독 0.806 · 면적 항 prior 단독 0.840 · 면적 항 사후(26.09.16 자료) 0.855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실험을 했는가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모델은 피해 건수(NLL)만 보고 학습하고, 산사태 정답은 평가에만 쓴다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700784"/>
            <a:ext cx="256032" cy="256032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206654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비율은 그 자체로 잘 맞힌다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2523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단독 LS 가중 AUC 0.806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481328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700784"/>
            <a:ext cx="256032" cy="256032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206654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회귀식에 넣으면 떨어진다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523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AUC 0.651로 하락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481328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57032" y="1700784"/>
            <a:ext cx="256032" cy="256032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57032" y="206654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prior에 κ·m으로 넣어도 안 배운다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57032" y="2523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0.05, 사실상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072384"/>
            <a:ext cx="10972800" cy="932688"/>
          </a:xfrm>
          <a:prstGeom prst="roundRect">
            <a:avLst>
              <a:gd name="adj" fmla="val 7843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2186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E7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51129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 정답을 학습에도 쓰되, 공정하게 평가하려고 지진을 하나씩 가려서 시험한다.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062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제안을 두 가지 사전확률 위에서 실행했다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553712"/>
          <a:ext cx="10972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343400"/>
                <a:gridCol w="333756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사전확률 z_LS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사전확률 z_LQ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(기존)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a·logit(π̄_LS)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a·logit(π̄_LQ) + b_LQ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(면적 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log(π̄_LS) + log k_LS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log(π̄_LQ) + log k_LQ + b_LQ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94360" y="570585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π̄ = LS_prior(평균)·LQ_prior(평균)   ·   k = area_km2 ÷ 격자 칸 넓이 (LS 7.5″, LQ 15″)   ·   m = 학습 418행 기준 표준화한 mountain_ratio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LOEO — 지진 하나씩 가리기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학습에 쓰면서도 성능을 정직하게 재는 방법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2578608" cy="1536192"/>
          </a:xfrm>
          <a:prstGeom prst="roundRect">
            <a:avLst>
              <a:gd name="adj" fmla="val 4762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" y="164592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210312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시험 지진 1개 선택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5420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지진을 돌아가며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20299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10712" y="1463040"/>
            <a:ext cx="2578608" cy="1536192"/>
          </a:xfrm>
          <a:prstGeom prst="roundRect">
            <a:avLst>
              <a:gd name="adj" fmla="val 4762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0168" y="164592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016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10312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 지진의 ls_flag만 가림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5420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건수는 NLL에 그대로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0299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27064" y="1463040"/>
            <a:ext cx="2578608" cy="1536192"/>
          </a:xfrm>
          <a:prstGeom prst="roundRect">
            <a:avLst>
              <a:gd name="adj" fmla="val 4762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164592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10312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나머지로 BCE 학습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5420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기존 loss + ω × Σ BCE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622792" y="20299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043416" y="1463040"/>
            <a:ext cx="2578608" cy="1536192"/>
          </a:xfrm>
          <a:prstGeom prst="roundRect">
            <a:avLst>
              <a:gd name="adj" fmla="val 4762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64592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6287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10312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가린 지진으로만 채점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25420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본 예측으로 AUC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1455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구성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74720"/>
          <a:ext cx="5943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286000"/>
                <a:gridCol w="914400"/>
                <a:gridCol w="1097280"/>
                <a:gridCol w="100584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양성/음성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대상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6858000" y="314553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보기 전에 고정한 값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474720"/>
          <a:ext cx="4709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71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(주 조건)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  ( = 418 ÷ 96 )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(대조군 / 민감도)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변수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국세조사 mountain_ratio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확률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q_LS (사후 아님)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공변량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목조만 (산지 η는 회귀식에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 epoch · lr 0.02 · λγ 10 · seed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594360" y="568756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음성이 0인 4개 지진(2007·2008·2021·2024)은 AUC가 정의되지 않아 채점에서 빠지지만 BCE 대상에는 매 회차 포함한다. 가중평균은 24·10·29·7·13 ÷ 83.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사전등록과 사후 탐색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표에 섞으면 안 되는 두 종류의 실험이 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E8F0F4"/>
          </a:solidFill>
          <a:ln w="15875">
            <a:solidFill>
              <a:srgbClr val="1D4E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대상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202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사전등록 — A · B 계열 30회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22576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지시서 §3(고정값)과 §4(조건표)는 결과를 보기 전에 못박은 것이다. ω = 4.35, 라벨 기준, 산지 변수, 성공 조건까지 미리 정했다.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성공·실패 판정은 이 조건들로만 한다. §0이 “결과를 본 뒤에 바꾸지 않는다”고 정해 두었다.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481328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EDF1F3"/>
          </a:solidFill>
          <a:ln w="15875">
            <a:solidFill>
              <a:srgbClr val="D6DE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645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대상 아님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202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사후 탐색 — C 계열 · 중심화 30회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2257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본 뒤에 떠오른 아이디어다. 그대로 판정표에 넣으면 “좋아 보이는 것을 골랐다”가 되므로 별도 폴더·별도 엑셀로 분리했다.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05409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 고정 해제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LQ 확률 수준이 어긋난 것을 보고 (C0 · C2, 6회)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 중심화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 상자가 걸리는 것을 보고 (24회)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4517136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681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E7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나누는가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9743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조건만으로 판정하면 “미리 세운 가설이 맞았는가”를 답할 수 있다. 결과를 보고 조건을 추가하면 그 답이 “여러 개 중 좋은 것을 골랐다”로 바뀌어 의미를 잃는다.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376672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사후 탐색 결과는 “다음 실험 제안”으로만 쓴다. 정식 결과로 올리려면 조건을 미리 고정한 새 지시서로 다시 돌려야 한다.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표 A — 조건별로 무엇을 어떻게 설정했나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회귀·우도 쪽(피해 건수 6채널, 음이항, 목조 공변량, λγ=10)은 모든 조건에서 동일하다. 바뀌는 것은 사전확률 식뿐이다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09728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  <a:gridCol w="1417320"/>
                <a:gridCol w="1417320"/>
                <a:gridCol w="868680"/>
                <a:gridCol w="1828800"/>
                <a:gridCol w="731520"/>
                <a:gridCol w="64008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링크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κ·m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k 평균 빼기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logit(π̄)  면적 항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logit(π̄)  면적 항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logit(π̄)  면적 항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 (b 고정)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B0-logit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logit(π̄)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B2-logit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logit(π̄)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[−10,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log(π̄) + log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[−2,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[−10, 4]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5285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a는 A 계열에서만 학습하고 범위는 [0.5, 2] · 초기값 1. B·C 계열은 a = c = 1로 고정. κ는 스칼라 하나 · 초기값 0 · 범위 제약 없음 · LS에만 들어간다. b는 전부 sigmoid 재매개변수화로 범위를 지키고 초기값은 0. ω = 0이면 BCE 항이 loss에 전혀 들어가지 않는다.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58887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 · C2는 사후 탐색이다. 판정표에는 들어가지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표 B — 무엇이 학습되어 나왔나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조건은 회차별 최솟값 ~ 최댓값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0972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600200"/>
                <a:gridCol w="1371600"/>
                <a:gridCol w="1600200"/>
                <a:gridCol w="777240"/>
                <a:gridCol w="34747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파라미터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읽는 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+1.9894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a는 하한 0.5, b는 상한 2에 붙었다. 상자가 걸린다.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+1.9895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+0.2795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감독 없이도 κ가 양수로 갔다. 다만 작다.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+0.5010 ~ +0.5012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+1.9953 ~ +1.9960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+0.9259 ~ +1.3698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 5회차 전부 양수. 감독이 κ를 세 배 이상 키웠다.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사전에 학습 파라미터가 하나도 없다.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−1.9754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b가 하한 −2에 붙고 κ가 크게 음수로 갔다. 사전이 망가진다.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−0.5571 ~ −0.0022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−0.4070 ~ +0.1583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 부호가 회차마다 뒤집힌다. 훗카이도 회차만 양수.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−1.1132 ~ −0.7023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−0.4777 ~ −0.1344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ω가 작으면 κ가 전부 음수다.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−0.4631 ~ +0.0944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−0.4226 ~ +0.1692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= 4.35과 사실상 같다. BCE가 포화됐다.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q_LQ 중앙값을 0.9145 → 0.1485로 끌어내렸다.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고정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−0.5123 ~ +0.0489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−4.1258 ~ −4.0976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−0.3849 ~ +0.1932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b_LQ는 회차와 무관하게 −4.1 근처로 수렴한다.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57607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계열 세 조건 전부 a와 b가 범위 경계에 붙어 있다(a 0.504는 하한 0.5, b 1.99는 상한 2). B1의 b_LS도 하한 −2에 붙었다. 상자가 실제로 걸리고 있다는 뜻이다.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① 산사태(LS)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가린 지진으로만 채점한 사후 가중 AUC. 위로 갈수록 좋다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463040"/>
          <a:ext cx="70408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46304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183880" y="2093976"/>
            <a:ext cx="173736" cy="173736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A2가 A0을 크게 넘었다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22860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0.7222 → 0.8039  (+0.0817)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83880" y="2990088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85632" y="29260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B2는 B0을 넘지 못했다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85632" y="318211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 → 0.8507  (−0.0044)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83880" y="3886200"/>
            <a:ext cx="173736" cy="173736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85632" y="38221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1등은 학습을 안 한 B0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485632" y="4078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학습 파라미터 0개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83880" y="4782312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47183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B1이 최하위권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485632" y="49743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있어도 κ를 감독 없이 학습시키면 0.7285로 망가진다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579729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중 AUC가 정의되는 5개 지진 83행. 음성은 20개뿐이라 구간이 넓다.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판정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조건도 결과를 보기 전에 고정했다 — 기준선 초과 + P(차이&gt;0) ≥ 95% + κ 부호 일치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E8F1EC"/>
          </a:solidFill>
          <a:ln w="15875">
            <a:solidFill>
              <a:srgbClr val="2F71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2763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  성공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4825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 · A 계열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95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957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0.8039  &gt;  A0 0.7222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0.9813  ≥  0.95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090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전부 양수 (+0.93 ~ +1.37)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7EAE6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2763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   실패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04825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+ 면적 항 · B 계열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95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3957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0.8507  ≤  B0 0.8550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0906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 음수 / 1회 양수 — 뒤집힘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67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(seed 0) — 지진 안에서 양성·음성을 따로 복원추출, 모든 조건이 같은 표본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14800"/>
          <a:ext cx="109728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71600"/>
                <a:gridCol w="2011680"/>
                <a:gridCol w="1280160"/>
                <a:gridCol w="480060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 (관측)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구간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P(차이 &gt; 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[+0.0031, +0.1644]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제안이 기존 사전을 유의하게 개선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[+0.0004, +0.1246]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정답을 쓴 쪽이 안 쓴 쪽보다 낫다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[−0.0261, 0.0000]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재표본 3,000벌 전부에서 못 넘음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[+0.0514, +0.1981]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감독이 있으면 κ 폭주는 막힌다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[−0.0287, +0.1322]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항이 앞서지만 구간은 0을 걸침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C0 − B0 (LQ)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[+0.0009, +0.0698]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탐색 — b_LQ 해제가 LQ를 개선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성능은 사전확률이 거의 다 만든다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왼쪽은 회귀를 거치지 않은 사전 점수, 오른쪽은 그 사전이 회귀·우도를 지나며 얼마나 나아지는지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46304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62686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LQ에서는 면적 단독이 0.5470으로 우연 수준인데도 π̄와 더하면 0.7154 → 0.7698로 오른다. 면적이 라벨을 직접 켜는 게 아니라 λ = π̄ × k 가 작동한다는 뜻이다.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463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→ 사후 (가중 AUC)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810512"/>
          <a:ext cx="4937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78992"/>
                <a:gridCol w="1078992"/>
                <a:gridCol w="1024128"/>
                <a:gridCol w="1024128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(83)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(83)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(66)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(66)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629400" y="39867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= AUC가 정의되는 5개 지진 전부.   66 = 그중 음성이 3개 이상인 세 개(돗토리 9 · 구마모토 3 · 훗카이도 4).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629400" y="4498848"/>
            <a:ext cx="4937760" cy="676656"/>
          </a:xfrm>
          <a:prstGeom prst="roundRect">
            <a:avLst>
              <a:gd name="adj" fmla="val 10811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4626864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B0은 음성이 충분한 세 지진에서 사전 = 사후다. 차이 0.0000.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53218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83행에서 보이는 +0.015는 전부 2004 니가타(양성 8 / 음성 2 = 16쌍)에서 0.8750 → 1.0000으로 나온 것이고, 나머지 네 지진은 사전·사후 AUC가 한 자리도 다르지 않다.   즉 지금 산사태 순위 성능은 엑셀 두 열(LS_prior(평균), area_km2)이 거의 다 만들고 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 → 사후 차이(Δ)를 어떻게 읽나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Δ가 큰 쪽이 좋은 조건은 아니다. 그런데 무의미한 지표도 아니다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0972800" cy="1060704"/>
          </a:xfrm>
          <a:prstGeom prst="roundRect">
            <a:avLst>
              <a:gd name="adj" fmla="val 6897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9344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B2의 Δ는 +0.0286으로 B0의 +0.0151보다 크다. 그래도 B2가 더 좋은 조건은 아니다 — B2는 자기 사전을 먼저 망가뜨렸다.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56816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−0.41이 사전을 0.8400에서 0.8220으로 끌어내렸고, 우도가 +0.0286을 회복했지만 최종은 0.8507로 여전히 B0의 0.8550 아래다.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 점수로 치면 60 → 80점(+20)과 85 → 90점(+5)이고, 우리가 쓸 모델은 최종 예측 성능으로 고른다.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8833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Δ가 커지는 이유는 둘인데, 사전 순위가 그대로인지로 갈린다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35808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109728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순위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vs B0  (LS)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나빠짐   0.8400 → 0.8220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사전이 약해져 우도가 메울 여지가 생긴 것 — 나쁜 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vs B0  (LQ)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완전히 같음   0.7698 = 0.7698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순위는 그대로인데 확률 수준이 맞아 우도가 제대로 작동 — 좋은 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79392"/>
            <a:ext cx="10972800" cy="1170432"/>
          </a:xfrm>
          <a:prstGeom prst="roundRect">
            <a:avLst>
              <a:gd name="adj" fmla="val 6250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44398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C0이 좋은 Δ의 교과서 사례다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754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순위가 B0과 소수 넷째 자리까지 같은데 Δ가 네 배(+0.0460 vs +0.0114)이고, 최종값도 LQ 1위다.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b_LQ가 순위를 건드리지 않고 확률 수준만 옮겼기 때문에 4상태 가중치가 제대로 잡힌 결과다.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5614416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 — 조건을 고르는 기준은 최종 사후 AUC다. Δ는 모델 기계가 일을 하는지 보는 진단 지표이고, 사전 순위와 함께 읽어야 뜻이 생긴다.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B2는 왜 실패했나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κ가 순위가 아니라 확률 수준을 고치는 데 쓰였다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447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 κ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3936"/>
          <a:ext cx="48463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 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 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+0.9871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378561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강제로 κ = +1을 넣으면 사전이 0.8400 → 0.8539로 오른다. 학습된 κ(−0.41)는 순위를 최대화하는 방향의 반대로 갔다.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14447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훗카이도 — 산이 많은 곳이 오히려 음성이다</a:t>
            </a:r>
            <a:endParaRPr lang="en-US" sz="12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773936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96012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시정촌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산사태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변화 (B0→B2)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히다카초 (日高町)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0.9706 → 0.9730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유바리시 (夕張市)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 → 0.9663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기타히로시마시 (北広島市)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0.6641 → 0.6290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유니초 (由仁町)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0.8282 → 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715000" y="3566160"/>
            <a:ext cx="58521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사전은 q가 이미 0.94~0.99로 포화돼 있다. 이 상태에서 BCE를 가장 빨리 줄이는 길은 과신한 행을 끌어내리는 것인데, 거짓양성이 전부 산 많은 곳이다. 그래서 κ가 음수로 간다 — 순위 개선이 아니라 수준 보정이다.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94360" y="4626864"/>
            <a:ext cx="10972800" cy="1188720"/>
          </a:xfrm>
          <a:prstGeom prst="roundRect">
            <a:avLst>
              <a:gd name="adj" fmla="val 6154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79145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결정적 확인 — 가려둔 83행에서 잰 BCE (자기 목적함수인데도 일반화되지 않는다)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5157216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= 0.4322     ·     B2 (ω=4.35) = 0.4548     ·     B2-ω10 = 0.4599         →  정답으로 학습한 조건이 학습하지 않은 조건보다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② 액상화(LQ)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음성이 120개로 LS(20개)보다 여섯 배 많아 그 자체로 더 튼튼한 평가판이다. BCE는 LS에만 걸리고 z_LQ에는 κ가 없다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17904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932688"/>
                <a:gridCol w="932688"/>
                <a:gridCol w="932688"/>
                <a:gridCol w="996696"/>
                <a:gridCol w="8229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(144)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MSE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D4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" y="40416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= AUC가 정의되는 6개 지진 전부.  144 = 음성이 20개 이상인 세 개(구마모토 22 · 훗카이도 23 · 노토반도 31).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사전이 B·C 전부 0.7698로 같은 것은 b_LQ가 상수라 순위를 못 바꾸고 κ가 LQ 식에 없기 때문이다.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4813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지진별 LQ 사전 → 사후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94360"/>
                <a:gridCol w="1417320"/>
                <a:gridCol w="14173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0.9318 → 0.9369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0.9318 → 0.9520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0.9105 → 0.9156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84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0.9105 → 0.8926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 노토반도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0.7263 → 0.7400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0.7263 → 0.7830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0.5167 → 0.5000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0.5167 → 0.5167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후쿠시마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0.3333 → 0.5000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0.3333 → 0.8333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0.7143 → 0.7143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0.7143 → 0.8571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355080" y="4041648"/>
            <a:ext cx="5212080" cy="658368"/>
          </a:xfrm>
          <a:prstGeom prst="roundRect">
            <a:avLst>
              <a:gd name="adj" fmla="val 11111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0" y="4169664"/>
            <a:ext cx="4800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LQ에서는 충돌이 없다 — C0이 Δ도 1위, 절대값도 1위다.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B 계열의 LQ MSE가 A 계열보다 나쁜가 — LQ 양성비율은 0.476이라 상수만 찍어도 MSE 0.2494가 나온다. B0의 0.2497은 그 기준선과 같고 A0의 0.2184는 그보다 좋다. 원인은 log k_LQ 평균이 6.66이라 q_LQ가 통째로 밀려 중앙값 0.9145가 되는 것인데, 지시서 §2-1 B가 b_LQ를 0으로 못박아 되돌릴 수단이 없었다. C0이 b_LQ = −4.12를 학습해 0.2399로 기준선 아래로 내렸다.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순위(AUC)와 확률 수준(MSE)은 따로 봐야 한다.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사후 탐색 — 사전등록 조건표 밖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본 뒤에 확인한 두 가지다. §5 판정에는 반영하지 않았다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447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b_LQ 고정을 푼다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92224"/>
            <a:ext cx="5257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k_LQ 평균이 6.66이라 q_LQ가 통째로 밀려 중앙값 0.9145가 된다. 실제 액상화 발생률은 229행 중 0.476이다.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77440"/>
          <a:ext cx="52578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691640"/>
                <a:gridCol w="17830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 b_LQ=0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 b_LQ 학습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MSE (사후)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q_LQ 중앙값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94360" y="444398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순위는 두 지표 모두 그대로다. b_LQ는 모든 행에 더해지는 같은 상수라 순위를 못 바꾼다. 확률 수준만 고쳤는데 사후가 올랐다.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364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14447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k에서 평균을 뺀다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1792224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b를 학습하는 채널에서만 뺀다. b를 고정한 채널에서 빼면 z = log(π̄·k) = log λ 라는 유도식이 깨진다 — B0이 그렇다. 평균은 학습 418행 전체 평균 하나다(LS 8.0422 / LQ 6.6559).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97280"/>
                <a:gridCol w="1371600"/>
                <a:gridCol w="1033272"/>
                <a:gridCol w="1024128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중심화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유효수준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1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263640" y="4443984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최적해가 같다 — 소수 셋째 자리까지 일치한다. 차이는 b의 해석과 조건수뿐이다. 단 상자를 함께 열어야 한다.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94360" y="5084064"/>
            <a:ext cx="10972800" cy="987552"/>
          </a:xfrm>
          <a:prstGeom prst="roundRect">
            <a:avLst>
              <a:gd name="adj" fmla="val 7407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523036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b_LQ 해제는 LQ를 0.7812 → 0.8158로 올렸다 (짝지은 부트스트랩 3,000회, P = 0.978).      ② 중심화는 성능 장치가 아니라 해석·수치 안정성을 위한 매개변수화 선택이다.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55961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상자 [−2, 4]는 실제로 걸리고 있었고(B1의 b_LS가 하한 −2에 붙음), 중심화하면 LS는 b가 +8.21까지 가야 해 상한 4에 닿지 못한다. 켤 때는 상자도 함께 연다.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— 무엇을 적용할까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1556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기준 1위와, 사후 탐색까지 포함한 1위를 나란히 둔다.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627632"/>
            <a:ext cx="5212080" cy="3611880"/>
          </a:xfrm>
          <a:prstGeom prst="roundRect">
            <a:avLst>
              <a:gd name="adj" fmla="val 2025"/>
            </a:avLst>
          </a:prstGeom>
          <a:solidFill>
            <a:srgbClr val="22313C"/>
          </a:solidFill>
          <a:ln w="19050">
            <a:solidFill>
              <a:srgbClr val="4E7E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9222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7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   사전등록 기준 1위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94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z_LS = log(π̄_LS) + log k_LS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log(π̄_LQ) + log k_LQ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없음 · ω = 0 · b 전부 0 고정 · 평균 안 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158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5158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83133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1468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1468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62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0.1343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47777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학습 파라미터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7777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627632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22313C"/>
          </a:solidFill>
          <a:ln w="19050">
            <a:solidFill>
              <a:srgbClr val="7FB7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17922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   사후 탐색 포함 1위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21945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B0과 같되 b_LQ만 학습한다 (−4.12로 수렴)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식은 B0과 글자 하나 다르지 않다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LS 사전확률 최대 절대차 0.00e+00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3200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5158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51586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0.8529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831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83133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1468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414680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0.8158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44622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44622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0.1338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4777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학습 파라미터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47777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431536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발표에서는 B0을 주 결과로 두고, A2는 “제안하신 LOEO 절차는 A 계열에서 유의하게 작동했으나(+0.0817, P=0.98), 면적 항이 이미 같은 정보를 담고 있어 B 계열에서는 추가 이득이 없었다”로 방법 검증 결과에 배치하는 것을 권한다. C0은 다음 실험 제안으로 붙인다.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한계와 다음 단계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 적는다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447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73936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38528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18928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음성이 20개뿐이다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579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 안 양성–음성 쌍이 전부 합쳐 275쌍이다. 2018 오사카의 1.0000은 10쌍짜리다.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2816352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980944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293522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기록은 새 값이 아니다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20040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B0의 0.8550은 기존 자료의 0.855와 같다. 이번 실험에서 그것을 넘은 조건은 없었다.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858768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4023360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39776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A1이 발표자료 12쪽 ③과 어긋난다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2428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0.7479(기대 0.717), κ 0.2795(기대 0.05). 확인이 필요하다.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4901184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5065776"/>
            <a:ext cx="173736" cy="17373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502005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다시 볼 필요가 있다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28523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히다카초·유바리시의 ls_flag=0이 ‘없음’인지 ‘집계 항목 없음’인지 원자료 확인.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4447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1773936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36792" y="2048256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6792" y="2048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1892808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병목은 사전이 아니라 우도다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215798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B0은 음성 충분한 세 지진에서 사전=사후(0.8177)이고 A0은 사전을 0.075 깎는다. 채널별로 끄고 재본다.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2816352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36792" y="3090672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36792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935224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말고 다른 변수로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2004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아직 모르는 정보 — 경사도, 지질, 강우 — 쪽이어야 한다.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72200" y="3858768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6792" y="4133088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36792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397764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 건을 정식 조건으로 사전등록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42428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이번에는 사후 탐색으로만 확인했다. 조건을 미리 고정하고 다시 돌린다.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72200" y="4901184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DF1F3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6792" y="5175504"/>
            <a:ext cx="365760" cy="36576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36792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5020056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B에서 κ를 쓰려면 부호 제약(κ ≥ 0)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858000" y="528523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 κ=+1이 사전을 0.8539로 올린다. 다만 결과를 보고 나온 가설이라 별도 사전등록이 필요하다.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results/loeo/LOEO_결과.xlsx (7시트) · results/posthoc/사후탐색_결과.xlsx · 브랜치 claude/vigilant-wozniak-atum1b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면적항과 LOEO 실험</dc:title>
  <dc:subject>PptxGenJS Presentation</dc:subject>
  <dc:creator>Pilot A</dc:creator>
  <cp:lastModifiedBy>Pilot A</cp:lastModifiedBy>
  <cp:revision>1</cp:revision>
  <dcterms:created xsi:type="dcterms:W3CDTF">2026-09-16T15:30:47Z</dcterms:created>
  <dcterms:modified xsi:type="dcterms:W3CDTF">2026-09-16T15:30:47Z</dcterms:modified>
</cp:coreProperties>
</file>