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 사후 가중 AUC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24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A0  기존 prior</c:v>
                  </c:pt>
                  <c:pt idx="1">
                    <c:v>A1  + κ·m</c:v>
                  </c:pt>
                  <c:pt idx="2">
                    <c:v>B1  면적 항 + κ·m</c:v>
                  </c:pt>
                  <c:pt idx="3">
                    <c:v>A2  제안 (A 계열)</c:v>
                  </c:pt>
                  <c:pt idx="4">
                    <c:v>B2-ω1</c:v>
                  </c:pt>
                  <c:pt idx="5">
                    <c:v>B2  제안 + 면적 항</c:v>
                  </c:pt>
                  <c:pt idx="6">
                    <c:v>B0  면적 항 기준선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0.7222</c:v>
                </c:pt>
                <c:pt idx="1">
                  <c:v>0.7479</c:v>
                </c:pt>
                <c:pt idx="2">
                  <c:v>0.7285</c:v>
                </c:pt>
                <c:pt idx="3">
                  <c:v>0.8039</c:v>
                </c:pt>
                <c:pt idx="4">
                  <c:v>0.8136</c:v>
                </c:pt>
                <c:pt idx="5">
                  <c:v>0.8507</c:v>
                </c:pt>
                <c:pt idx="6">
                  <c:v>0.855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E24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A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5"/>
        </c:scaling>
        <c:delete val="0"/>
        <c:axPos val="b"/>
        <c:majorGridlines>
          <c:spPr>
            <a:ln w="12700" cap="flat">
              <a:solidFill>
                <a:srgbClr val="EDE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E24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USGS π 단독</c:v>
                  </c:pt>
                  <c:pt idx="1">
                    <c:v>시정촌 면적 log k 단독</c:v>
                  </c:pt>
                  <c:pt idx="2">
                    <c:v>산지 비율 단독</c:v>
                  </c:pt>
                  <c:pt idx="3">
                    <c:v>π + 면적 항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0.7969</c:v>
                </c:pt>
                <c:pt idx="1">
                  <c:v>0.8214</c:v>
                </c:pt>
                <c:pt idx="2">
                  <c:v>0.806</c:v>
                </c:pt>
                <c:pt idx="3">
                  <c:v>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LQ</c:v>
                </c:pt>
              </c:strCache>
            </c:strRef>
          </c:tx>
          <c:spPr>
            <a:solidFill>
              <a:srgbClr val="5F7F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E24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USGS π 단독</c:v>
                  </c:pt>
                  <c:pt idx="1">
                    <c:v>시정촌 면적 log k 단독</c:v>
                  </c:pt>
                  <c:pt idx="2">
                    <c:v>산지 비율 단독</c:v>
                  </c:pt>
                  <c:pt idx="3">
                    <c:v>π + 면적 항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0.7154</c:v>
                </c:pt>
                <c:pt idx="1">
                  <c:v>0.547</c:v>
                </c:pt>
                <c:pt idx="2">
                  <c:v>0.4287</c:v>
                </c:pt>
                <c:pt idx="3">
                  <c:v>0.7698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50" u="none">
                  <a:solidFill>
                    <a:srgbClr val="2E24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A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35"/>
        </c:scaling>
        <c:delete val="0"/>
        <c:axPos val="l"/>
        <c:majorGridlines>
          <c:spPr>
            <a:ln w="12700" cap="flat">
              <a:solidFill>
                <a:srgbClr val="EDE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7A6A6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LQ 사후 가중 AUC</c:v>
                </c:pt>
              </c:strCache>
            </c:strRef>
          </c:tx>
          <c:spPr>
            <a:solidFill>
              <a:srgbClr val="5F7F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E24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7F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7F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7F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242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A1</c:v>
                  </c:pt>
                  <c:pt idx="1">
                    <c:v>A0</c:v>
                  </c:pt>
                  <c:pt idx="2">
                    <c:v>A2</c:v>
                  </c:pt>
                  <c:pt idx="3">
                    <c:v>B1</c:v>
                  </c:pt>
                  <c:pt idx="4">
                    <c:v>B2</c:v>
                  </c:pt>
                  <c:pt idx="5">
                    <c:v>B0</c:v>
                  </c:pt>
                  <c:pt idx="6">
                    <c:v>C0  (사후 탐색)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0.7454</c:v>
                </c:pt>
                <c:pt idx="1">
                  <c:v>0.7458</c:v>
                </c:pt>
                <c:pt idx="2">
                  <c:v>0.759</c:v>
                </c:pt>
                <c:pt idx="3">
                  <c:v>0.7796</c:v>
                </c:pt>
                <c:pt idx="4">
                  <c:v>0.7806</c:v>
                </c:pt>
                <c:pt idx="5">
                  <c:v>0.7812</c:v>
                </c:pt>
                <c:pt idx="6">
                  <c:v>0.8158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E24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A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4"/>
          <c:min val="0.7"/>
        </c:scaling>
        <c:delete val="0"/>
        <c:axPos val="l"/>
        <c:majorGridlines>
          <c:spPr>
            <a:ln w="12700" cap="flat">
              <a:solidFill>
                <a:srgbClr val="EDE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후속실험 3의 목적은 교수님 제안(산사태 정답을 학습에 쓰되 지진을 하나씩 가려 공정하게 평가)을 기존 prior와 면적 항 prior 두 가지 위에서 검증하는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제안이 방법으로서는 작동했지만, 면적 항이라는 구조적 수정이 이미 같은 정보를 담고 있어 추가 이득이 없었다는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A는 기존 prior, B는 면적 항 prior다. 면적 항은 USGS 값이 확률이 아니라 칸당 피복 비율이라는 점을 보정한다.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시험 지진의 피해 건수는 NLL에 그대로 들어간다. 가리는 것은 그 지진의 ls_flag뿐이다.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A2와 B2가 교수님 제안을 그대로 구현한 조건이다. 나머지는 비교를 위한 기준선과 민감도다.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A0 재현이 소수 넷째 자리까지 정확히 맞아, 이후 비교가 같은 기준 위에 있다는 것을 보장한다.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B0은 산사태 정답을 한 번도 쓰지 않았고 prior에 학습 파라미터가 없는데도 1등이다.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B2−B1이 P=1.0인 것이 중요하다. 감독을 붙이면 κ가 폭주하는 것은 막아준다. 다만 그래봐야 아무것도 안 넣은 B0을 못 넘는다.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LQ에서 면적 단독이 무력하다는 점이 중요하다. 'LS 결과는 시정촌이 크면 라벨이 켜지는 아티팩트 아닌가'라는 의심에 대한 반증이다.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훗카이도 회차만 κ가 양수인 것은, 그 회차에서만 훗카이도의 반대되는 라벨이 BCE에서 빠지기 때문이다. κ 부호 불안정의 원인은 학습이 아니라 이 지진 하나다.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LQ는 표본이 튼튼하지만, 조건 간 차이는 LS만큼 크지 않다. 정직하게 쪼개 보면 B0의 우위는 노이즈가 큰 소규모 지진에서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모두 결과를 본 뒤에 나온 아이디어라 §5 판정표에는 섞지 않고 별도 파일(results/posthoc, results/centering)로 분리했다. 정식 조건으로 올리려면 조건을 미리 고정한 새 지시서가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좋은 결과가 가장 적게 학습한 구성이라는 점이 이번 실험의 핵심 메시지다.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적는 것이 중요하다. 특히 음성 20개라는 표본 제약은 모든 LS 숫자에 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71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파일럿A · 후속실험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7589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지진 하나씩 가리기(LOEO)와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산지 정답 학습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584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항 prior 위에서 산사태 정답을 학습에 쓰면 정말 좋아지는가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224528"/>
            <a:ext cx="2743200" cy="0"/>
          </a:xfrm>
          <a:prstGeom prst="line">
            <a:avLst/>
          </a:prstGeom>
          <a:noFill/>
          <a:ln w="31750">
            <a:solidFill>
              <a:srgbClr val="B850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4348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30회 · LOEO 5회차 · 부트스트랩 3,000회 (seed 0)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사전등록 조건 §3–§4를 결과 확인 전에 고정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823960" y="1481328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3B2E2A"/>
          </a:solidFill>
          <a:ln w="9525">
            <a:solidFill>
              <a:srgbClr val="5240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06840" y="16367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0.8550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2212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LS 가중 AUC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23960" y="2898648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3B2E2A"/>
          </a:solidFill>
          <a:ln w="9525">
            <a:solidFill>
              <a:srgbClr val="524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06840" y="30540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0개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630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조건의 prior 학습 파라미터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23960" y="4315968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3B2E2A"/>
          </a:solidFill>
          <a:ln w="9525">
            <a:solidFill>
              <a:srgbClr val="524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06840" y="44714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5회차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50474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지진별 교차검증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장 요약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30회 실행 결과를 세 문장으로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7772400" cy="1133856"/>
          </a:xfrm>
          <a:prstGeom prst="roundRect">
            <a:avLst>
              <a:gd name="adj" fmla="val 7258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00784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459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제안은 A 계열에서 깨끗하게 작동했다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0253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가중 AUC 0.7222 → 0.8039. 짝지은 부트스트랩에서 P(개선&gt;0)=0.981이고, 5회차 κ가 전부 양수(+0.93~+1.37)로 안정적이었다.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7772400" cy="1133856"/>
          </a:xfrm>
          <a:prstGeom prst="roundRect">
            <a:avLst>
              <a:gd name="adj" fmla="val 7258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9923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94436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그러나 면적 항 위에서는 이득이 없다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0098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0.8507 ≤ B0 0.8550. 면적 항이 산지 비율의 정보를 이미 담고 있어(corr 0.53) 추가로 배울 것이 없었다. κ 부호도 회차마다 뒤집혔다.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7772400" cy="1133856"/>
          </a:xfrm>
          <a:prstGeom prst="roundRect">
            <a:avLst>
              <a:gd name="adj" fmla="val 7258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9768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428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좋은 구성은 가장 적게 학습하는 것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994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— prior 학습 파라미터 0개, 산사태 정답 미사용. LS 0.8550 / LQ 0.7812로 모든 조건 중 1위다.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0" y="1517904"/>
            <a:ext cx="2880360" cy="3822192"/>
          </a:xfrm>
          <a:prstGeom prst="roundRect">
            <a:avLst>
              <a:gd name="adj" fmla="val 2857"/>
            </a:avLst>
          </a:prstGeom>
          <a:solidFill>
            <a:srgbClr val="2E2422"/>
          </a:solidFill>
          <a:ln w="12700">
            <a:solidFill>
              <a:srgbClr val="2E24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15400" y="1737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추가로 확인한 것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사전등록 밖 사후 탐색으로 b_LQ 고정을 풀었더니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trike="sngStrike" dirty="0">
                <a:solidFill>
                  <a:srgbClr val="8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LQ 0.7812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0.8158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P(개선&gt;0) = 0.978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 식은 한 자리도 바뀌지 않았고 확률 수준만 고쳐졌다.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74243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기준값: USGS prior 단독 0.797 · 산지 비율 단독 0.806 · 면적 항 prior 단독 0.840 · 면적 항 사후(기존 자료) 0.855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이 실험을 했는가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모델은 피해 건수(NLL)만 보고 학습하고, 산사태 정답(ls_flag)은 평가에만 쓴다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10512"/>
            <a:ext cx="274320" cy="274320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128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산지 비율은 그 자체로 잘 맞힌다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97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단독 LS 가중 AUC 0.806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572768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810512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22128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그런데 회귀식에 넣으면 떨어진다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697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AUC 0.651로 하락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572768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1810512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1312" y="22128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prior에 κ·m으로 넣어도 안 배운다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697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0.05, 사실상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10927080" cy="1051560"/>
          </a:xfrm>
          <a:prstGeom prst="roundRect">
            <a:avLst>
              <a:gd name="adj" fmla="val 7826"/>
            </a:avLst>
          </a:prstGeom>
          <a:solidFill>
            <a:srgbClr val="2E2422"/>
          </a:solidFill>
          <a:ln w="12700">
            <a:solidFill>
              <a:srgbClr val="2E24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교수님 제안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785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산사태 정답을 학습에도 쓰되, 공정하게 평가하려고 지진을 하나씩 가려서 시험한다.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572000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제안을 두 가지 prior 위에서 실행했다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956048"/>
          <a:ext cx="10927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34290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prior 점수 z_LS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 prior 점수 z_LQ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파라미터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(기존)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a·logit(π_LS) + b_LS  ( + κ·m 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a·logit(π_LQ) + b_LQ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(면적 항)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log(π_LS) + log k_LS + b_LS  ( + κ·m 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log(π_LQ) + log k_LQ  (고정)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b_LS, 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40080" y="6108192"/>
            <a:ext cx="1092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시정촌 총면적 ÷ 격자 한 칸 넓이  ·  LS는 7.5″ 칸, LQ는 15″ 칸  ·  m = 표준화한 산지 비율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지진 하나씩 가리기(LOEO) 설계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정답을 학습에 쓰면서도 성능을 정직하게 재는 방법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2560320" cy="1664208"/>
          </a:xfrm>
          <a:prstGeom prst="roundRect">
            <a:avLst>
              <a:gd name="adj" fmla="val 4945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92224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267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시험 지진 1개 선택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706624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지진을 돌아가며 한 번씩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182112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29000" y="1591056"/>
            <a:ext cx="2560320" cy="1664208"/>
          </a:xfrm>
          <a:prstGeom prst="roundRect">
            <a:avLst>
              <a:gd name="adj" fmla="val 4945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6744" y="1792224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267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 지진의 ls_flag만 가림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2706624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건수는 NLL에 그대로 들어간다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71032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1591056"/>
            <a:ext cx="2560320" cy="1664208"/>
          </a:xfrm>
          <a:prstGeom prst="roundRect">
            <a:avLst>
              <a:gd name="adj" fmla="val 4945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1792224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5566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2267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나머지 지진으로 BCE 학습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706624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기존 loss + ω × Σ BCE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759952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006840" y="1591056"/>
            <a:ext cx="2560320" cy="1664208"/>
          </a:xfrm>
          <a:prstGeom prst="roundRect">
            <a:avLst>
              <a:gd name="adj" fmla="val 4945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44584" y="1792224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445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2267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가린 지진으로만 채점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2706624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정답을 안 본 예측으로 AUC를 낸다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364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5회차 구성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49040"/>
          <a:ext cx="6035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91440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시험 지진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시험 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양성/음성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 대상 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돗토리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 니가타현주에쓰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 구마모토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 오사카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 훗카이도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6949440" y="33649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보기 전에 고정한 값</a:t>
            </a:r>
            <a:endParaRPr lang="en-US" sz="12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749040"/>
          <a:ext cx="46177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 (주 조건)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  ( = 418 ÷ 96 )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 (대조군 / 민감도)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 /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산지 변수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국세조사 mountain_ratio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 확률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q_LS (사후 아님)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공변량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목조만 (산지 η는 회귀식에 없음)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 epoch · Adam lr 0.02 · λγ 10 · seed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640080" y="5989320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음성이 없어 AUC가 정의되지 않는 4개 지진(2007·2008·2021·2024)은 매 회차 BCE에 포함한다. 가중평균은 24·10·29·7·13 ÷ 83.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실행한 조건 — 총 30회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14회 + 선택 10회 + 링크 민감도 6회. 모두 결과 확인 전에 정한 조건이다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270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777240"/>
                <a:gridCol w="1051560"/>
                <a:gridCol w="914400"/>
                <a:gridCol w="2834640"/>
                <a:gridCol w="731520"/>
                <a:gridCol w="246888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κ·m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파라미터 (LS prior)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재현 (기준선)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정답 없이 κ만 추가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교수님 제안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 (b = 0 고정)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면적 항 기준선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정답 없이 κ만 추가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제안 + 면적 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0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B2-ω1 / B2-ω10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 민감도 (선택)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B0-logit / B2-logit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 / 있음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4.35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링크 민감도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4632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" y="5029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링크를 log로 정한 이유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5349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지시서는 logit, 기존 브랜치는 log였다. 둘 다 돌린 결과 LS는 순위가 완전히 같았고(0.8550 동일) LQ만 log가 앞서(0.7812 vs 0.7768, P=0.938) log를 주 조건으로 정했다.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17920" y="484632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73952" y="5029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사전등록을 지킨 방식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73952" y="5349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ω·라벨·산지 변수·판정 기준을 결과 확인 전에 고정했다. 결과를 보고 조건을 바꾸지 않았고, 추가로 떠오른 아이디어는 '사후 탐색'으로 분리했다.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본 실험 전 검증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결과를 재현하고, 새 옵션이 기존 계산을 건드리지 않는지 확인했다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결과 재현 (A0)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56816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097280"/>
              </a:tblGrid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재현값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사후 가중 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prior 가중 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 사후 가중 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면적 항 prior 단독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면적 항 사후 (기존 자료)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0" y="157276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데이터와 구현 점검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0" y="2020824"/>
            <a:ext cx="201168" cy="20116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31152" y="1975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ls_flag가 기존 학습 loss에 없음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931152" y="22128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train()에 정답을 넘기지 않는 것을 확인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0" y="2587752"/>
            <a:ext cx="201168" cy="20116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31152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평가 125행 = 양성 105 / 음성 20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931152" y="27797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정의 지진 5개, 가중치 합 83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3154680"/>
            <a:ext cx="201168" cy="20116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31152" y="31089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mountain_ratio 결측 없음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931152" y="33467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125행 전부 값 존재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0" y="3721608"/>
            <a:ext cx="201168" cy="20116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31152" y="36758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자료 결측 없음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931152" y="39136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엑셀 area_km2, 419행 전부 존재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83680" y="4288536"/>
            <a:ext cx="201168" cy="20116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31152" y="42428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옵션을 끄면 기존과 완전히 동일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931152" y="44805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A0의 예측·파라미터가 수정 전과 diff 무차이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83680" y="4855464"/>
            <a:ext cx="201168" cy="20116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31152" y="48097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κ가 optimizer에 포함됨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931152" y="504748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아니면 RuntimeError로 즉시 중단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83680" y="5422392"/>
            <a:ext cx="201168" cy="20116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31152" y="5376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30회 전부 NaN·발산 없음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931152" y="561441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loss &lt; 초기 loss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40233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다만 A1은 발표자료 12쪽 ③과 어긋났다 — LS 0.7479(기대 0.717), κ 0.2795(기대 0.05). 12쪽 ③이 κ를 어디에 어떤 m으로 넣었는지 확인이 필요하다. A2 판정은 A0 기준이라 영향받지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① 산사태(LS)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가린 지진으로만 채점한 사후 가중 AUC. 위로 갈수록 좋다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91056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91056"/>
            <a:ext cx="3703320" cy="4114800"/>
          </a:xfrm>
          <a:prstGeom prst="roundRect">
            <a:avLst>
              <a:gd name="adj" fmla="val 2222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792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읽는 법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138160" y="2231136"/>
            <a:ext cx="182880" cy="182880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49056" y="217627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A2가 A0을 크게 넘었다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449056" y="2432304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0.7222 → 0.8039 (+0.0817)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38160" y="3099816"/>
            <a:ext cx="182880" cy="182880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49056" y="304495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B2는 B0을 넘지 못했다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449056" y="3300984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0.8550 → 0.8507 (−0.0044)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3968496"/>
            <a:ext cx="182880" cy="182880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49056" y="39136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1등은 학습을 안 한 B0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449056" y="4169664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학습 파라미터 0개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38160" y="4837176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49056" y="47823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B1이 최하위권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449056" y="5038344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항이 있어도 κ를 감독 없이 학습시키면 0.7285로 망가진다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870448"/>
            <a:ext cx="1092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평가 125행 중 AUC가 정의되는 5개 지진 83행. 음성은 20개뿐이라 구간이 넓다.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판정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조건도 결과를 보기 전에 고정했다 — 기준선 초과 + P(차이&gt;0) ≥ 95% + κ 부호 일치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DF2EE"/>
          </a:solidFill>
          <a:ln w="15875">
            <a:solidFill>
              <a:srgbClr val="5F7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 성공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교수님 제안 · A 계열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 AUC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0.8039  &gt;  A0 0.7222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P(차이 &gt; 0)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0.9813  ≥  0.95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부호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5회차 전부 양수 (+0.93 ~ +1.37)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591056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9EAE7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  실패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2128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+ 면적 항 · B 계열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 AUC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0.8507  ≤  B0 0.8550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P(차이 &gt; 0)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부호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4회 음수 / 1회 양수 — 뒤집힘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93192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짝지은 부트스트랩 3,000회 (seed 0) — 지진 안에서 양성·음성을 따로 복원추출, 모든 조건이 같은 표본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97680"/>
          <a:ext cx="10927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011680"/>
                <a:gridCol w="1280160"/>
                <a:gridCol w="4892040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차이 (관측)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구간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P(차이 &gt; 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A2 − A0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[+0.0031, +0.1644]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제안이 기존 prior를 유의하게 개선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A2 − 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[+0.0004, +0.1246]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정답을 쓴 쪽이 안 쓴 쪽보다 낫다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B2 − B0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[−0.0261, 0.0000]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재표본 3,000벌 전부에서 못 넘음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B2 − B1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[+0.0514, +0.1981]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감독이 있으면 κ 폭주는 막힌다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B2 − A2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[−0.0287, +0.1322]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면적 항이 앞서지만 구간은 0을 걸침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그런가 ① 면적 항이 산지 정보를 이미 담고 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회귀를 거치지 않은 prior 점수만으로 잰 가중 AUC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9344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9344"/>
            <a:ext cx="3794760" cy="3200400"/>
          </a:xfrm>
          <a:prstGeom prst="roundRect">
            <a:avLst>
              <a:gd name="adj" fmla="val 2571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가지가 보인다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17627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LS에서는 시정촌 면적만으로도 0.8214가 나온다. USGS 확률값(0.7969)보다 높다.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그런데 LQ에서는 면적 단독이 0.5470으로 우연 수준이다. 그런데도 π와 더하면 0.7154 → 0.7698로 오른다.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840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면적이 라벨을 직접 켜는 것이 아니라, λ = π × k 라는 유도식이 실제로 작동한다는 뜻이다.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4956048"/>
            <a:ext cx="10927080" cy="1143000"/>
          </a:xfrm>
          <a:prstGeom prst="roundRect">
            <a:avLst>
              <a:gd name="adj" fmla="val 7200"/>
            </a:avLst>
          </a:prstGeom>
          <a:solidFill>
            <a:srgbClr val="2E2422"/>
          </a:solidFill>
          <a:ln w="12700">
            <a:solidFill>
              <a:srgbClr val="2E242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51206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산지 비율과 시정촌 면적의 상관 = 0.53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48640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변수가 같은 것(산이 얼마나 넓게 있는가)을 다른 방식으로 재고 있다. 실제로 A2가 정답을 배워 도달한 prior(0.8341)가 면적 항이 구조만으로 얻은 prior(0.8400)와 거의 같은 자리다 — 서로 다른 길로 같은 정보에 닿았다.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그런가 ② κ가 순위가 아니라 확률 수준을 고치는 데 쓰였다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회차별로 학습된 κ와, 그 원인이 된 2018 훗카이도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회차별 κ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38528"/>
          <a:ext cx="48463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시험 지진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 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 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돗토리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+0.9356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 니가타현주에쓰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+0.9259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−0.1898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 구마모토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−0.4070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 오사카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−0.2655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 훗카이도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+0.9871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3977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강제로 κ = +1을 넣으면 prior가 0.8400 → 0.8539로 오른다. 학습된 κ(−0.41)는 순위를 최대화하는 방향의 반대로 갔다.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훗카이도 — 산이 많은 곳이 오히려 음성이다</a:t>
            </a:r>
            <a:endParaRPr lang="en-US" sz="1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938528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9601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시정촌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산사태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산지 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변화 (B0→B2)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히다카초 (日高町)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0.9706 → 0.9730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유바리시 (夕張市)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0.9612 → 0.9663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기타히로시마시 (北広島市)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0.6641 → 0.6290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유니초 (由仁町)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0.8282 → 0.8039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806440" y="3749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항 prior는 q가 이미 0.94~0.99로 포화돼 있다. 이 상태에서 BCE를 가장 빨리 줄이는 길은 과신한 행을 끌어내리는 것인데, 거짓양성이 전부 산 많은 곳이다. 그래서 κ가 음수로 간다 — 순위 개선이 아니라 수준 보정이다.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4892040"/>
            <a:ext cx="10927080" cy="1188720"/>
          </a:xfrm>
          <a:prstGeom prst="roundRect">
            <a:avLst>
              <a:gd name="adj" fmla="val 6923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14400" y="507492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결정적 확인 — 가려둔 83행에서 잰 BCE (자기 목적함수인데도 일반화되지 않는다)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544068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= 0.4322   ·   B2 (ω=4.35) = 0.4548   ·   B2-ω10 = 0.4599   →  정답으로 학습한 조건이 학습하지 않은 조건보다 나쁘다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② 액상화(LQ)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LQ는 음성이 120개로 LS(20개)보다 6배 많아 그 자체로 더 튼튼한 평가판이다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9344"/>
          <a:ext cx="6858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9344"/>
            <a:ext cx="3794760" cy="3017520"/>
          </a:xfrm>
          <a:prstGeom prst="roundRect">
            <a:avLst>
              <a:gd name="adj" fmla="val 2727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LQ는 학습 파라미터가 없다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17627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z_LQ = log(π_LQ) + log k_LQ 뿐이고 b_LQ는 0으로 고정, κ도 없다. BCE도 LS에만 걸린다.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B 계열의 LQ 개선(0.7458 → 0.7812)은 순수하게 면적 항이라는 구조만으로 얻은 것이다.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840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다만 조건 간 차이는 LS만큼 결정적이지 않다. B0 − A0의 95% 구간이 0을 걸친다 (P = 0.892).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773168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— 이득이 어디서 오는지 쪼개 보면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065776"/>
          <a:ext cx="10927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  <a:gridCol w="3154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6개 지진 (가중 182)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 22~31개인 3개 (144)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 1~3개인 3개 (38)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0080" y="6199632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믿을 만한 3개 지진만 보면 A2(0.8437)와 B0(0.8406)이 사실상 동률이다. B0의 LQ 우위는 음성이 1개뿐인 지진 두 개에서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사후 탐색 — 사전등록 조건표 밖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본 뒤에 확인한 두 가지다. §5 판정에는 반영하지 않았다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60704" y="1517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b_LQ 고정을 푼다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k_LQ 평균이 6.66이라 q_LQ가 통째로 밀려 중앙값 0.9145가 된다. 실제 액상화 발생률은 229행 중 0.476이다.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87168"/>
          <a:ext cx="5257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691640"/>
                <a:gridCol w="1783080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  b_LQ=0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  b_LQ 학습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 사전 가중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 사후 가중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 MSE (사후)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F7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q_LQ 중앙값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사전 가중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사후 가중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7A6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457200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순위는 두 지표 모두 그대로다. b_LQ는 모든 행에 더해지는 같은 상수라 순위를 못 바꾼다. 확률 수준만 고쳤는데 사후가 올랐다.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536192"/>
            <a:ext cx="310896" cy="310896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729984" y="1517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k에서 평균을 뺀다(중심화)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1883664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b를 학습하는 채널에서만 뺀다. b를 고정한 채널에서 빼면 z = log(π̄·k) = log λ 라는 유도식이 깨진다 — B0이 그렇다.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487168"/>
          <a:ext cx="52578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097280"/>
                <a:gridCol w="1371600"/>
                <a:gridCol w="1005840"/>
                <a:gridCol w="1005840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중심화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유효수준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사후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 사후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422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−2.4362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 한다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−2.4309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−4.1139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 한다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−4.1186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−0.2946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 한다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−0.2955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E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6309360" y="457200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최적해가 같다 — 소수 셋째 자리까지 일치한다. 차이는 b의 해석과 조건수뿐이다. 단 상자를 함께 열어야 한다.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5266944"/>
            <a:ext cx="10927080" cy="1024128"/>
          </a:xfrm>
          <a:prstGeom prst="roundRect">
            <a:avLst>
              <a:gd name="adj" fmla="val 8036"/>
            </a:avLst>
          </a:prstGeom>
          <a:solidFill>
            <a:srgbClr val="2E2422"/>
          </a:solidFill>
          <a:ln w="12700">
            <a:solidFill>
              <a:srgbClr val="2E242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4400" y="54315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874520" y="5413248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b_LQ 해제는 LQ를 0.7812 → 0.8158로 올렸다 (짝지은 부트스트랩 3,000회, P = 0.978).   ② 중심화는 성능을 바꾸는 장치가 아니라 해석·수치 안정성을 위한 매개변수화 선택이다.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F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상자 [−2, 4]는 실제로 걸리고 있었고(B1의 b_LS가 하한 −2에 붙음), 중심화하면 LS는 b가 +8.21까지 가야 해 상한 4에 닿지 못한다. 켤 때는 상자도 함께 연다.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2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48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— 지금 가장 좋은 구성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521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가지를 나란히 제시한다. 사전등록 기준 1위와, 사후 탐색까지 포함한 1위다.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5212080" cy="3520440"/>
          </a:xfrm>
          <a:prstGeom prst="roundRect">
            <a:avLst>
              <a:gd name="adj" fmla="val 2338"/>
            </a:avLst>
          </a:prstGeom>
          <a:solidFill>
            <a:srgbClr val="3B2E2A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47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B0   사전등록 기준 1위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24942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z_LS = log(π̄_LS) + log k_LS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z_LQ = log(π̄_LQ) + log k_LQ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없음 · ω = 0 · b 전부 0 고정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사전 가중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341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사후 가중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5341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849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 사전 가중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8496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0.7698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1650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 사후 가중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1650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MSE (사후)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0.1343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7960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학습 파라미터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7960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664208"/>
            <a:ext cx="5029200" cy="3520440"/>
          </a:xfrm>
          <a:prstGeom prst="roundRect">
            <a:avLst>
              <a:gd name="adj" fmla="val 2338"/>
            </a:avLst>
          </a:prstGeom>
          <a:solidFill>
            <a:srgbClr val="3B2E2A"/>
          </a:solidFill>
          <a:ln w="19050">
            <a:solidFill>
              <a:srgbClr val="5F7F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18470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8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C0   사후 탐색 포함 1위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24942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B0과 같되 b_LQ만 학습한다 (−4.12로 수렴)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식은 B0과 글자 하나 다르지 않다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LS 사전확률 최대 절대차 0.00e+00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사전 가중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0.8400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35341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사후 가중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5341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0.8529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 사전 가중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38496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0.7698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1650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 사후 가중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41650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0.8158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4480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MSE (사후)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0.1338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47960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학습 파라미터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47960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1개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413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발표에서는 B0을 주 결과로 두고, A2는 '제안하신 LOEO 절차는 A 계열에서 유의하게 작동했으나(+0.0817, P=0.98), 면적 항이 이미 같은 정보를 담고 있어 B 계열에서는 추가 이득이 없었다'로 방법 검증 결과에 배치하는 것을 권한다. C0은 다음 실험 제안으로 붙인다.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한계와 다음 단계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926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숫자를 어디까지 믿을 수 있는지부터 적는다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5349240" cy="896112"/>
          </a:xfrm>
          <a:prstGeom prst="roundRect">
            <a:avLst>
              <a:gd name="adj" fmla="val 9184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093976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음성이 20개뿐이다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225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지진 안 양성–음성 쌍이 전부 합쳐 275쌍이다. 2018 오사카의 1.0000은 10쌍짜리다.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5349240" cy="896112"/>
          </a:xfrm>
          <a:prstGeom prst="roundRect">
            <a:avLst>
              <a:gd name="adj" fmla="val 9184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3099816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063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 기록은 새 값이 아니다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284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B0의 0.8550은 기존 자료의 0.855와 같다. 이번 실험에서 그것을 넘은 조건은 없었다.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950208"/>
            <a:ext cx="5349240" cy="896112"/>
          </a:xfrm>
          <a:prstGeom prst="roundRect">
            <a:avLst>
              <a:gd name="adj" fmla="val 9184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4105656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A1이 발표자료 12쪽 ③과 어긋난다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0.7479(기대 0.717), κ 0.2795(기대 0.05). 확인이 필요하다.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956048"/>
            <a:ext cx="5349240" cy="896112"/>
          </a:xfrm>
          <a:prstGeom prst="roundRect">
            <a:avLst>
              <a:gd name="adj" fmla="val 9184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5111496"/>
            <a:ext cx="182880" cy="1828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5074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훗카이도 라벨을 다시 볼 필요가 있다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340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히다카초·유바리시의 ls_flag=0이 '없음'인지 '집계 항목 없음'인지 원자료 확인.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5727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938528"/>
            <a:ext cx="5349240" cy="896112"/>
          </a:xfrm>
          <a:prstGeom prst="roundRect">
            <a:avLst>
              <a:gd name="adj" fmla="val 9184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194560"/>
            <a:ext cx="384048" cy="38404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20574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병목은 prior가 아니라 우도다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23225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A0은 prior 0.7969 → 사후 0.7222로 깎인다. 어느 피해 채널이 LS 순위를 망치는지 채널별로 끄고 재본다.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944368"/>
            <a:ext cx="5349240" cy="896112"/>
          </a:xfrm>
          <a:prstGeom prst="roundRect">
            <a:avLst>
              <a:gd name="adj" fmla="val 9184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200400"/>
            <a:ext cx="384048" cy="38404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67728" y="30632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b_LQ 건을 정식 조건으로 사전등록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967728" y="33284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이번에는 사후 탐색으로만 확인했다. 조건을 미리 고정하고 다시 돌린다.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950208"/>
            <a:ext cx="5349240" cy="896112"/>
          </a:xfrm>
          <a:prstGeom prst="roundRect">
            <a:avLst>
              <a:gd name="adj" fmla="val 9184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4206240"/>
            <a:ext cx="384048" cy="38404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967728" y="40690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B에서 κ를 쓰려면 부호 제약(κ ≥ 0)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967728" y="43342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 κ=+1이 prior를 0.8539로 올린다. 다만 결과를 보고 나온 가설이라 별도 사전등록이 필요하다.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4956048"/>
            <a:ext cx="5349240" cy="896112"/>
          </a:xfrm>
          <a:prstGeom prst="roundRect">
            <a:avLst>
              <a:gd name="adj" fmla="val 9184"/>
            </a:avLst>
          </a:prstGeom>
          <a:solidFill>
            <a:srgbClr val="F2EFE6"/>
          </a:solidFill>
          <a:ln w="6350">
            <a:solidFill>
              <a:srgbClr val="DCD6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5212080"/>
            <a:ext cx="384048" cy="384048"/>
          </a:xfrm>
          <a:prstGeom prst="ellipse">
            <a:avLst/>
          </a:prstGeom>
          <a:solidFill>
            <a:srgbClr val="5F7F6E"/>
          </a:solidFill>
          <a:ln w="12700">
            <a:solidFill>
              <a:srgbClr val="5F7F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967728" y="50749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감독 대상을 산지 말고 다른 변수로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967728" y="534009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 항이 아직 모르는 정보 — 경사도, 지질, 강우 — 쪽이어야 한다.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071616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 — results/loeo/LOEO_결과.xlsx (요약·회차별·이벤트별·부트스트랩·재현·실행기록 7시트) · results/posthoc/사후탐색_결과.xlsx · 브랜치 claude/vigilant-wozniak-atum1b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파일럿A 후속실험 3 — LOEO + 산지 정답 학습</dc:title>
  <dc:subject>PptxGenJS Presentation</dc:subject>
  <dc:creator>Pilot A</dc:creator>
  <cp:lastModifiedBy>Pilot A</cp:lastModifiedBy>
  <cp:revision>1</cp:revision>
  <dcterms:created xsi:type="dcterms:W3CDTF">2026-09-16T11:58:05Z</dcterms:created>
  <dcterms:modified xsi:type="dcterms:W3CDTF">2026-09-16T11:58:05Z</dcterms:modified>
</cp:coreProperties>
</file>