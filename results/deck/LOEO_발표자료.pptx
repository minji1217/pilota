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발표는 숫자를 나열하지 않고, 무엇을 알아냈는지 순서대로만 이야기한다.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줄이 이 발표의 전부다. 뒤는 이 세 줄의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AUC는 '양성 하나와 음성 하나를 뽑았을 때 양성이 더 높은 점수를 받을 확률'이다. 0.5가 찍기, 1.0이 완벽이다.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출발점이 0.797, 그리고 피해 건수로 학습한 최종 결과가 0.722로 더 나빴다는 것이 문제의 시작이다.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 = 시정촌 면적 ÷ 격자 한 칸 넓이. 칸이 독립이면 기대 칸 수 = USGS 값 × k 이고, 로그를 취하면 두 항의 합이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0.855는 새로 얻은 값이 아니라 26.09.16 자료의 0.855를 재현한 것이다. 이번 실험에서 이 값을 넘은 조건은 없었다.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이것이 LOEO(Leave-One-Event-Out)다. 정답을 학습에 쓰면서도 성능을 정직하게 잴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 제안은 방법으로서 검증됐다. 0.722 → 0.804, P(개선&gt;0)=0.98, 5회차 κ 전부 양수.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B1 0.7285 → B2 0.8507 이 +0.122로 P=1.0이다. 감독은 확실히 일을 한다. 그래도 B0 0.8550을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corr(log k, 산지 비율) = 0.53. A2가 정답으로 배워 도달한 사전 0.8341이 면적 항이 구조만으로 얻은 0.8400과 같은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음성이 3개 이상인 세 지진(돗토리·구마모토·훗카이도, 가중치 66)에서 사전 = 사후 = 0.8177이다. 전체 83행의 +0.015는 2004 니가타(16쌍) 한 곳에서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것이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말하는 것이 신뢰를 만든다. 특히 음성 20개라는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쉬운 버전은 이해를 위한 것이고, 질문에 답할 때 필요한 상세 표는 별도 자료에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9164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5A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읽는 정리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1488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산사태가 날 곳을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어떻게 더 잘 맞혔나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2377440" cy="0"/>
          </a:xfrm>
          <a:prstGeom prst="line">
            <a:avLst/>
          </a:prstGeom>
          <a:noFill/>
          <a:ln w="31750">
            <a:solidFill>
              <a:srgbClr val="5A8C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3159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A · 후속실험 3  ·  실험 60회 정리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먼저 결론 세 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자세한 근거는 뒤에서 하나씩 보여드립니다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66544"/>
            <a:ext cx="566928" cy="566928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56816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값에 칸 수를 곱해야 한다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377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단위를 맞추니 0.797 → 0.840 으로 올랐다. 학습을 하나도 안 하고, 엑셀 열 두 개를 곱해서.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547872"/>
            <a:ext cx="566928" cy="566928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547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43814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제안은 작동했다 — 단, 그 수정을 안 했을 때만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858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방식에서는 0.722 → 0.804 로 크게 올랐다. 그런데 수정을 한 뒤에는 더 오르지 않았다.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0016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29200"/>
            <a:ext cx="566928" cy="566928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91947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결국 가장 좋은 건 가장 단순한 것이었다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534009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0.855. 산사태 정답을 한 번도 쓰지 않고, 사전확률에 학습할 값이 하나도 없는 모델이다.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맞히려는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“어느 시정촌에서 산사태가 났는가”의 순서를 맞힌다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019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하는 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9424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시정촌마다 “산사태가 날 것 같은 정도”를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숫자로 매긴다. 그 숫자로 줄을 세웠을 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산사태가 난 곳이 위에 오면 잘한 것이다.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정확한 확률값을 맞히는 게 아니라 순서를 맞히는 문제다.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E4EDF2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019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읽는 법 — AUC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3591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동전 던지기와 같음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8163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895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꽤 잘 맞힘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3467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34198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완벽하게 줄 세움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4439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채점 규칙 — 지진 안에서만 줄을 세운다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구마모토 지진의 시정촌끼리, 훗카이도 지진의 시정촌끼리 따로 줄을 세우고 점수를 낸 뒤 합친다.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지진마다 흔들린 세기가 달라서 섞으면 공정하지 않기 때문이다.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출발점 — USGS가 주는 값을 그대로 쓰면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지질조사국(USGS)이 지진마다 “산사태 위험도” 값을 제공한다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97280" y="201168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9456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443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값 그대로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369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출발점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031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값 하나로도 꽤 맞힌다. 하지만 두 가지가 아쉬웠다.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2615184"/>
            <a:ext cx="6949440" cy="859536"/>
          </a:xfrm>
          <a:prstGeom prst="roundRect">
            <a:avLst>
              <a:gd name="adj" fmla="val 10638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8032" y="2935224"/>
            <a:ext cx="201168" cy="201168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274320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비율을 넣으면 오히려 나빠졌다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75504" y="303580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곳에 산사태가 나는 게 당연한데, 회귀식에 넣으면 점수가 0.651로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602736"/>
            <a:ext cx="6949440" cy="859536"/>
          </a:xfrm>
          <a:prstGeom prst="roundRect">
            <a:avLst>
              <a:gd name="adj" fmla="val 10638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8032" y="3922776"/>
            <a:ext cx="201168" cy="201168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75504" y="373075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건수로 학습해도 좋아지지 않았다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75504" y="402336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사망·전파 같은 피해 건수로 3000번 학습해도 산사태 순서가 오히려 0.722로 깎였다.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그래서 두 가지를 시도했다 — ① USGS 값을 쓰는 방법을 고치기   ② 산사태 정답을 학습에 쓰기 (교수님 제안)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① USGS 값은 확률이 아니라 면적 비율이다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“격자 한 칸에서 산사태가 덮는 면적의 비율”이고, 우리가 맞히려는 것과 단위가 다르다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우리가 맞히려는 것은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29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시정촌 어딘가에서 한 번이라도 났나”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42032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그러면 시정촌이 넓을수록 칸이 많아지고,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칸이 많으면 그중 하나라도 걸릴 가능성이 커진다.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기존 식은 칸 수를 전혀 보지 않았다.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4EDF2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0599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고친 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3159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  ×  칸 수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USGS 값(약 11%)이어도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04088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0" y="321868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8587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좁은 시정촌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9개 → 기대 1칸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6112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212140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3272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544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3272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112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35440" y="267004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0976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3272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11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23544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50976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78408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0" y="294436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327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611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23544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78408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5840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3327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611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3544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0976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784080" y="349300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05840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3327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549640" y="38587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넓은 시정촌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549640" y="4114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36개 → 기대 4칸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492240" y="448056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넓은 쪽이 “어딘가에서 한 번이라도” 날 가능성이 훨씬 크다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" y="513892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칸 수는 시정촌당 4,000 ~ 30,000개다 (구마모토시 8,661 · 아쓰마초 10,330). 그림은 개념만 나타낸 것이다.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칸 수를 곱하자 바로 올랐다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학습을 하나도 안 했다. 엑셀에 이미 있던 열 두 개를 곱한 것뿐이다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값만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774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칸 수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없음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774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모델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여기까지가 전부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767328"/>
            <a:ext cx="10058400" cy="960120"/>
          </a:xfrm>
          <a:prstGeom prst="roundRect">
            <a:avLst>
              <a:gd name="adj" fmla="val 952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91363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참고로 — 칸 수(시정촌 면적)만으로도 0.821이 나온다. USGS 값 단독(0.797)보다 높다.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261104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그렇다고 “넓으면 라벨이 켜지는 것”은 아니다. 액상화에서는 면적만으로는 0.547(거의 찍기)인데도 USGS 값과 곱하면 0.715 → 0.770으로 오른다.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9560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여기서 “최종 모델”은 이 사전확률을 기존 회귀·우도에 통과시킨 결과다. 뒤에서 그게 얼마나 기여했는지 따로 본다.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 — 산사태 정답을 학습에도 쓰자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그러면 “정답을 보고 맞힌 것”이 되니 지진을 하나씩 가려서 시험한다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2331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돗토리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087368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니가타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43016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구마모토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98664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오사카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54312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1회차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31720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87368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7368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3016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43016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98664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98664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54312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54312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798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2회차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331720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31720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87368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87368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43016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43016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98664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98664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354312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54312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336499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331720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31720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87368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87368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43016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43016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598664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354312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354312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68680" y="3931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4회차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331720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3317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87368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087368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43016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843016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598664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98664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354312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54312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68680" y="44988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331720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3172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87368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087368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843016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843016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598664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98664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354312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354312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524865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회차에서 지진 하나를 빼놓고 나머지 넷의 정답으로 배운 다음, 빼놓은 지진에서 점수를 낸다. 이걸 다섯 번 돌린다.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868680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가리는 것은 그 지진의 산사태 정답뿐이다. 피해 건수는 그대로 쓴다. 회차마다 모델을 처음부터 새로 만든다.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② 제안은 작동했다 — 칸 수를 안 곱했을 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 위에 정답 학습을 얹으니 크게 올랐다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058400" cy="1828800"/>
          </a:xfrm>
          <a:prstGeom prst="roundRect">
            <a:avLst>
              <a:gd name="adj" fmla="val 5000"/>
            </a:avLst>
          </a:prstGeom>
          <a:solidFill>
            <a:srgbClr val="EDF3EF"/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9751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 (칸 수 없음)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3042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80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안 함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957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042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80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＋0.082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68833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우연일 확률 2% 미만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다섯 회차 모두 같은 방향으로 학습됐다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770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무엇이 달라졌나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4242816"/>
            <a:ext cx="1005840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8992" y="4480560"/>
            <a:ext cx="182880" cy="18288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08176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주면 모델이 산지 비율을 거의 무시한다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산지의 영향력을 나타내는 값이 0.05 수준으로 남는다 — 사실상 안 배운 것이다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992624"/>
            <a:ext cx="1005840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8992" y="5230368"/>
            <a:ext cx="182880" cy="18288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408176" y="5047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주면 제대로 배운다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408176" y="53218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값이 0.93 ~ 1.37로 커지고, 다섯 회차 모두 “산이 많으면 산사태가 많다”는 올바른 방향이었다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칸 수를 곱한 뒤에는 오르지 않았다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정답 학습을 얹었는데 이번에는 제자리였다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058400" cy="1737360"/>
          </a:xfrm>
          <a:prstGeom prst="roundRect">
            <a:avLst>
              <a:gd name="adj" fmla="val 5263"/>
            </a:avLst>
          </a:prstGeom>
          <a:solidFill>
            <a:srgbClr val="F7EDEA"/>
          </a:solidFill>
          <a:ln w="19050">
            <a:solidFill>
              <a:srgbClr val="A844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956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수를 곱한 방식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2677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안 함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591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677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1762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－0.004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6517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오히려 살짝 내려갔다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 뽑은 3,000개 표본 전부에서 못 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803904"/>
            <a:ext cx="10058400" cy="932688"/>
          </a:xfrm>
          <a:prstGeom prst="roundRect">
            <a:avLst>
              <a:gd name="adj" fmla="val 9804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3192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더 이상한 것 — 정답 없이 산지 비율만 얹으면 크게 망가진다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6110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  →  0.729. 산지 비율을 넣되 정답으로 잡아주지 않으면 모델이 엉뚱한 방향으로 배운다. 정답 학습은 그 폭주를 막아 0.851로 되돌리는 일을 한 것이다.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9560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 정답 학습은 분명히 일을 한다. 다만 “자기가 만든 손해를 메우는 일”이어서, 애초에 산지 비율을 안 넣은 쪽이 가장 좋았다.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더 오르지 않았나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수와 산지 비율이 사실 같은 것을 재고 있었다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2103120" y="1828800"/>
            <a:ext cx="3017520" cy="3017520"/>
          </a:xfrm>
          <a:prstGeom prst="ellipse">
            <a:avLst/>
          </a:prstGeom>
          <a:solidFill>
            <a:srgbClr val="1D4E6B">
              <a:alpha val="38000"/>
            </a:srgbClr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0" y="1828800"/>
            <a:ext cx="3017520" cy="3017520"/>
          </a:xfrm>
          <a:prstGeom prst="ellipse">
            <a:avLst/>
          </a:prstGeom>
          <a:solidFill>
            <a:srgbClr val="2F7150">
              <a:alpha val="38000"/>
            </a:srgbClr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308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(시정촌 면적)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926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겹침</a:t>
            </a:r>
            <a:endParaRPr lang="en-US" sz="15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495604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곳은 대체로 넓은 시정촌이다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80960" y="1828800"/>
            <a:ext cx="3840480" cy="3017520"/>
          </a:xfrm>
          <a:prstGeom prst="roundRect">
            <a:avLst>
              <a:gd name="adj" fmla="val 3030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0" y="2029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숫자로도 보인다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4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학습해서 도달한 점수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27066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수를 곱해서 얻은 점수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261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거의 같은 자리에 도착했다.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다른 길로 같은 정보에 닿은 것이다.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4315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아는 것을 다시 가르칠 수는 없다 — 그래서 칸 수를 곱한 뒤에는 산지 비율이 더 보탤 것이 없었다.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③ 학습한 모델이 거의 기여하지 않는다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두 열을 곱한 점수와, 3000번 학습한 최종 점수를 비교해 보면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051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음성(산사태 없음) 사례가 넉넉한 세 지진만 떼어놓고 보면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63040" y="2267712"/>
            <a:ext cx="301752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45059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0.8177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곱하기만 한 점수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없음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7432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5760720" y="2267712"/>
            <a:ext cx="301752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245059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0.8177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학습한 최종 점수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3000번 학습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52374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차이</a:t>
            </a:r>
            <a:endParaRPr lang="en-US" sz="20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10058400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261104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전체로 보면 0.840 → 0.855로 조금 오르는데, 그 차이가 어디서 오는지 뜯어보니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08576"/>
            <a:ext cx="9509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다섯 지진 중 넷은 곱하기만 한 점수와 학습한 점수가 완전히 같았다. 오른 것은 음성이 2개뿐인 지진 하나에서였다.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 지금 산사태 순서는 사실상 엑셀 두 열이 다 만들고 있다. 회귀 모델이 보태는 것은 측정되지 않는다.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1441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방식에서는 더 나쁘다 — 곱하기 전 점수 0.797을 학습이 0.722로 깎아먹었다.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669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그래서 무엇을 쓰면 되나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7043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좋았던 것은 가장 단순한 것이었다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92224"/>
            <a:ext cx="10607040" cy="1371600"/>
          </a:xfrm>
          <a:prstGeom prst="roundRect">
            <a:avLst>
              <a:gd name="adj" fmla="val 6667"/>
            </a:avLst>
          </a:prstGeom>
          <a:solidFill>
            <a:srgbClr val="22313C"/>
          </a:solidFill>
          <a:ln w="19050">
            <a:solidFill>
              <a:srgbClr val="5A8C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97510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  ×  칸 수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57860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비율을 넣지 않고, 산사태 정답도 쓰지 않고, 사전확률에 학습할 값이 하나도 없다.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산사태 점수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2044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 점수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학습할 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 씀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산사태 정답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5604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제안은 어떻게 보고할까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8523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“제안하신 절차는 기존 방식 위에서 유의하게 작동했습니다(0.722 → 0.804). 다만 칸 수를 곱하는 수정이 이미 같은 정보를 담고 있어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위에서는 추가 이득이 없었습니다. 감독 구조는 유지하고, 칸 수가 모르는 변수로 바꿔볼 차례입니다.”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솔직하게 말해둘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08483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86537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“산사태 없음” 사례가 20개뿐이다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15798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점수를 만드는 비교 쌍이 전부 합쳐 275개다. 어떤 지진은 음성이 2개뿐이라 그 지진 점수는 거의 우연에 가깝다. 모든 산사태 숫자에 이 한계가 걸린다.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18211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81328" y="296265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0.855는 새로 얻은 값이 아니다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325526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갖고 있던 자료의 0.855와 같다. 이번 실험에서 그 값을 넘은 조건은 없었다. 새로 밝혀진 것은 왜 넘지 못하는가다.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93192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427939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1328" y="405993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지진의 라벨을 다시 봐야 한다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435254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히다카초·유바리시가 “산사태 없음”이고, 평지인 기타히로시마시가 “있음”이다. 자료상 없음인지 조사 항목이 없어서 없음인지 확인이 필요하다.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537667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15721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액상화는 확률값이 크게 어긋나 있다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54498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순서는 잘 맞히는데(0.770), 모델이 “거의 다 액상화 난다(91%)”고 말한다. 실제는 절반 이하다. 별도로 고칠 부분이다.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다음에 해볼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결과가 가리키는 방향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" y="202082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8992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9344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비율이 아닌 것으로 바꾼다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9344" y="215798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수가 아직 모르는 정보 — 경사도, 지질, 강우 — 로 바꾸면 기존 방식에서 본 +0.082가 살아날 수 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311810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09344" y="296265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 모델 쪽을 들여다본다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325526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산사태 순서에 거의 기여하지 못하고 있다. 어느 피해 항목이 순서를 흐리는지 하나씩 끄고 다시 재본다.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93192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8992" y="421538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78992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09344" y="405993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 확률값을 바로잡는다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9344" y="435254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 하나를 풀어주니 액상화 점수가 0.781 → 0.816으로 올랐다. 정식 조건으로 다시 확인할 차례다.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502920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8992" y="531266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78992" y="5312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09344" y="515721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원자료에서 확인한다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609344" y="544982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비율이 거꾸로 작동하는 유일한 지진이고, 이 지진 하나가 결과를 흔들었다.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조건별 상세 설정과 전체 숫자는 별도 자료에 있다 — LOEO_발표자료_상세.pptx (16장) · LOEO_결과.xlsx (7시트)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산사태 예측 실험 정리</dc:title>
  <dc:subject>PptxGenJS Presentation</dc:subject>
  <dc:creator>PptxGenJS</dc:creator>
  <cp:lastModifiedBy>PptxGenJS</cp:lastModifiedBy>
  <cp:revision>1</cp:revision>
  <dcterms:created xsi:type="dcterms:W3CDTF">2026-09-17T01:07:00Z</dcterms:created>
  <dcterms:modified xsi:type="dcterms:W3CDTF">2026-09-17T01:07:00Z</dcterms:modified>
</cp:coreProperties>
</file>