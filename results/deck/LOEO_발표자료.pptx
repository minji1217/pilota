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사후 가중 AUC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A0  기존 prior</c:v>
                  </c:pt>
                  <c:pt idx="1">
                    <c:v>A1  + κ·m</c:v>
                  </c:pt>
                  <c:pt idx="2">
                    <c:v>B1  면적 항 + κ·m</c:v>
                  </c:pt>
                  <c:pt idx="3">
                    <c:v>A2  제안 (A 계열)</c:v>
                  </c:pt>
                  <c:pt idx="4">
                    <c:v>B2-ω1</c:v>
                  </c:pt>
                  <c:pt idx="5">
                    <c:v>B2  제안 + 면적 항</c:v>
                  </c:pt>
                  <c:pt idx="6">
                    <c:v>B0  면적 항 기준선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0.7222</c:v>
                </c:pt>
                <c:pt idx="1">
                  <c:v>0.7479</c:v>
                </c:pt>
                <c:pt idx="2">
                  <c:v>0.7285</c:v>
                </c:pt>
                <c:pt idx="3">
                  <c:v>0.8039</c:v>
                </c:pt>
                <c:pt idx="4">
                  <c:v>0.8136</c:v>
                </c:pt>
                <c:pt idx="5">
                  <c:v>0.8507</c:v>
                </c:pt>
                <c:pt idx="6">
                  <c:v>0.855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5"/>
        </c:scaling>
        <c:delete val="0"/>
        <c:axPos val="b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 + 면적 항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0.7969</c:v>
                </c:pt>
                <c:pt idx="1">
                  <c:v>0.8214</c:v>
                </c:pt>
                <c:pt idx="2">
                  <c:v>0.806</c:v>
                </c:pt>
                <c:pt idx="3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LQ</c:v>
                </c:pt>
              </c:strCache>
            </c:strRef>
          </c:tx>
          <c:spPr>
            <a:solidFill>
              <a:srgbClr val="5F7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USGS π 단독</c:v>
                  </c:pt>
                  <c:pt idx="1">
                    <c:v>시정촌 면적 log k 단독</c:v>
                  </c:pt>
                  <c:pt idx="2">
                    <c:v>산지 비율 단독</c:v>
                  </c:pt>
                  <c:pt idx="3">
                    <c:v>π + 면적 항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0.7154</c:v>
                </c:pt>
                <c:pt idx="1">
                  <c:v>0.547</c:v>
                </c:pt>
                <c:pt idx="2">
                  <c:v>0.4287</c:v>
                </c:pt>
                <c:pt idx="3">
                  <c:v>0.7698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5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35"/>
        </c:scaling>
        <c:delete val="0"/>
        <c:axPos val="l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7A6A6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사후 가중 AUC</c:v>
                </c:pt>
              </c:strCache>
            </c:strRef>
          </c:tx>
          <c:spPr>
            <a:solidFill>
              <a:srgbClr val="5F7F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4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F7F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504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242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A1</c:v>
                  </c:pt>
                  <c:pt idx="1">
                    <c:v>A0</c:v>
                  </c:pt>
                  <c:pt idx="2">
                    <c:v>A2</c:v>
                  </c:pt>
                  <c:pt idx="3">
                    <c:v>B1</c:v>
                  </c:pt>
                  <c:pt idx="4">
                    <c:v>B2</c:v>
                  </c:pt>
                  <c:pt idx="5">
                    <c:v>B0</c:v>
                  </c:pt>
                  <c:pt idx="6">
                    <c:v>C0  (사후 탐색)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0.7454</c:v>
                </c:pt>
                <c:pt idx="1">
                  <c:v>0.7458</c:v>
                </c:pt>
                <c:pt idx="2">
                  <c:v>0.759</c:v>
                </c:pt>
                <c:pt idx="3">
                  <c:v>0.7796</c:v>
                </c:pt>
                <c:pt idx="4">
                  <c:v>0.7806</c:v>
                </c:pt>
                <c:pt idx="5">
                  <c:v>0.7812</c:v>
                </c:pt>
                <c:pt idx="6">
                  <c:v>0.8158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E24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4"/>
          <c:min val="0.7"/>
        </c:scaling>
        <c:delete val="0"/>
        <c:axPos val="l"/>
        <c:majorGridlines>
          <c:spPr>
            <a:ln w="12700" cap="flat">
              <a:solidFill>
                <a:srgbClr val="EDE8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A6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후속실험 3의 목적은 교수님 제안(산사태 정답을 학습에 쓰되 지진을 하나씩 가려 공정하게 평가)을 기존 prior와 면적 항 prior 두 가지 위에서 검증하는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제안이 방법으로서는 작동했지만, 면적 항이라는 구조적 수정이 이미 같은 정보를 담고 있어 추가 이득이 없었다는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A는 기존 prior, B는 면적 항 prior다. 면적 항은 USGS 값이 확률이 아니라 칸당 피복 비율이라는 점을 보정한다.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 지진의 피해 건수는 NLL에 그대로 들어간다. 가리는 것은 그 지진의 ls_flag뿐이다.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A2와 B2가 교수님 제안을 그대로 구현한 조건이다. 나머지는 비교를 위한 기준선과 민감도다.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A0 재현이 소수 넷째 자리까지 정확히 맞아, 이후 비교가 같은 기준 위에 있다는 것을 보장한다.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B0은 산사태 정답을 한 번도 쓰지 않았고 prior에 학습 파라미터가 없는데도 1등이다.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B2−B1이 P=1.0인 것이 중요하다. 감독을 붙이면 κ가 폭주하는 것은 막아준다. 다만 그래봐야 아무것도 안 넣은 B0을 못 넘는다.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LQ에서 면적 단독이 무력하다는 점이 중요하다. 'LS 결과는 시정촌이 크면 라벨이 켜지는 아티팩트 아닌가'라는 의심에 대한 반증이다.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훗카이도 회차만 κ가 양수인 것은, 그 회차에서만 훗카이도의 반대되는 라벨이 BCE에서 빠지기 때문이다. κ 부호 불안정의 원인은 학습이 아니라 이 지진 하나다.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LQ는 표본이 튼튼하지만, 조건 간 차이는 LS만큼 크지 않다. 정직하게 쪼개 보면 B0의 우위는 노이즈가 큰 소규모 지진에서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결과를 보고 나온 아이디어이므로 판정표에 섞지 않고 별도 파일로 분리했다. 다만 예측이 명확했고 그대로 맞았다.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센터링은 성능을 바꾸는 장치가 아니라 해석과 수치 안정성을 위한 매개변수화 선택이다. 상자가 걸리지 않는다는 전제에서만 최적해가 같다.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좋은 결과가 가장 적게 학습한 구성이라는 점이 이번 실험의 핵심 메시지다.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적는 것이 중요하다. 특히 음성 20개라는 표본 제약은 모든 LS 숫자에 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파일럿A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7589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지진 하나씩 가리기(LOEO)와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정답 학습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8444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prior 위에서 산사태 정답을 학습에 쓰면 정말 좋아지는가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224528"/>
            <a:ext cx="274320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4348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30회 · LOEO 5회차 · 부트스트랩 3,000회 (seed 0)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조건 §3–§4를 결과 확인 전에 고정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823960" y="148132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06840" y="163677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0.8550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LS 가중 AUC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823960" y="289864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006840" y="305409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0개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6301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조건의 prior 학습 파라미터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23960" y="4315968"/>
            <a:ext cx="2743200" cy="1188720"/>
          </a:xfrm>
          <a:prstGeom prst="roundRect">
            <a:avLst>
              <a:gd name="adj" fmla="val 6923"/>
            </a:avLst>
          </a:prstGeom>
          <a:solidFill>
            <a:srgbClr val="3B2E2A"/>
          </a:solidFill>
          <a:ln w="9525">
            <a:solidFill>
              <a:srgbClr val="524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06840" y="447141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5회차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50474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지진별 교차검증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 장 요약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30회 실행 결과를 세 문장으로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17904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70078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70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64592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제안은 A 계열에서 깨끗하게 작동했다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00253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가중 AUC 0.7222 → 0.8039. 짝지은 부트스트랩에서 P(개선&gt;0)=0.981이고, 5회차 κ가 전부 양수(+0.93~+1.37)로 안정적이었다.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16352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2999232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94436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그러나 면적 항 위에서는 이득이 없다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300984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 0.8507 ≤ B0 0.8550. 면적 항이 산지 비율의 정보를 이미 담고 있어(corr 0.53) 추가로 배울 것이 없었다. κ 부호도 회차마다 뒤집혔다.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7772400" cy="1133856"/>
          </a:xfrm>
          <a:prstGeom prst="roundRect">
            <a:avLst>
              <a:gd name="adj" fmla="val 72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297680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424281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가장 좋은 구성은 가장 적게 학습하는 것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599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— prior 학습 파라미터 0개, 산사태 정답 미사용. LS 0.8550 / LQ 0.7812로 모든 조건 중 1위다.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0" y="1517904"/>
            <a:ext cx="2880360" cy="3822192"/>
          </a:xfrm>
          <a:prstGeom prst="roundRect">
            <a:avLst>
              <a:gd name="adj" fmla="val 2857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15400" y="17373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추가로 확인한 것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91540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밖 사후 탐색으로 b_LQ 고정을 풀었더니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15400" y="2697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trike="sngStrike" dirty="0">
                <a:solidFill>
                  <a:srgbClr val="8E7F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LQ 0.7812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15400" y="3063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0.8158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P(개선&gt;0) = 0.978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순위 식은 한 자리도 바뀌지 않았고 확률 수준만 고쳐졌다.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5742432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기준값: USGS prior 단독 0.797 · 산지 비율 단독 0.806 · 면적 항 prior 단독 0.840 · 면적 항 사후(기존 자료) 0.855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이 실험을 했는가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모델은 피해 건수(NLL)만 보고 학습하고, 산사태 정답(ls_flag)은 평가에만 쓴다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10512"/>
            <a:ext cx="274320" cy="27432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비율은 그 자체로 잘 맞힌다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단독 LS 가중 AUC 0.806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1810512"/>
            <a:ext cx="274320" cy="27432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37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그런데 회귀식에 넣으면 떨어진다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AUC 0.651로 하락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572768"/>
            <a:ext cx="3383280" cy="1417320"/>
          </a:xfrm>
          <a:prstGeom prst="roundRect">
            <a:avLst>
              <a:gd name="adj" fmla="val 5806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11312" y="1810512"/>
            <a:ext cx="274320" cy="27432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11312" y="2212848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prior에 κ·m으로 넣어도 안 배운다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6974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= 0.05, 사실상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291840"/>
            <a:ext cx="10927080" cy="1051560"/>
          </a:xfrm>
          <a:prstGeom prst="roundRect">
            <a:avLst>
              <a:gd name="adj" fmla="val 7826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4747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785616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산사태 정답을 학습에도 쓰되, 공정하게 평가하려고 지진을 하나씩 가려서 시험한다.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57200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제안을 두 가지 prior 위에서 실행했다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956048"/>
          <a:ext cx="10927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34290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prior 점수 z_LS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prior 점수 z_LQ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(기존)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a·logit(π_LS)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a·logit(π_LQ) + b_LQ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(면적 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log(π_LS) + log k_LS + b_LS  ( + κ·m 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log(π_LQ) + log k_LQ  (고정)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b_LS, 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40080" y="6108192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시정촌 총면적 ÷ 격자 한 칸 넓이  ·  LS는 7.5″ 칸, LQ는 15″ 칸  ·  m = 표준화한 산지 비율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지진 하나씩 가리기(LOEO) 설계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학습에 쓰면서도 성능을 정직하게 재는 방법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시험 지진 1개 선택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지진을 돌아가며 한 번씩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18211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674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6674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6674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그 지진의 ls_flag만 가림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66674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건수는 NLL에 그대로 들어간다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97103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21792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5566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5566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5566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나머지 지진으로 BCE 학습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5566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= 기존 loss + ω × Σ BCE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759952" y="221284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006840" y="1591056"/>
            <a:ext cx="2560320" cy="1664208"/>
          </a:xfrm>
          <a:prstGeom prst="roundRect">
            <a:avLst>
              <a:gd name="adj" fmla="val 4945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44584" y="1792224"/>
            <a:ext cx="384048" cy="384048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445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44584" y="2267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가린 지진으로만 채점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244584" y="2706624"/>
            <a:ext cx="2121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정답을 안 본 예측으로 AUC를 낸다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3649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구성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6035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914400"/>
                <a:gridCol w="10972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양성/음성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대상 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/ 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/ 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/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/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6949440" y="336499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보기 전에 고정한 값</a:t>
            </a:r>
            <a:endParaRPr lang="en-US" sz="12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749040"/>
          <a:ext cx="4617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(주 조건)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  ( = 418 ÷ 96 )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(대조군 / 민감도)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변수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국세조사 mountain_ratio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 확률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q_LS (사후 아님)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공변량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목조만 (산지 η는 회귀식에 없음)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 epoch · Adam lr 0.02 · λγ 10 · seed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640080" y="5989320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음성이 없어 AUC가 정의되지 않는 4개 지진(2007·2008·2021·2024)은 매 회차 BCE에 포함한다. 가중평균은 24·10·29·7·13 ÷ 83.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실행한 조건 — 총 30회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필수 14회 + 선택 10회 + 링크 민감도 6회. 모두 결과 확인 전에 정한 조건이다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270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77240"/>
                <a:gridCol w="1051560"/>
                <a:gridCol w="914400"/>
                <a:gridCol w="2834640"/>
                <a:gridCol w="731520"/>
                <a:gridCol w="246888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계열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κ·m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학습 파라미터 (LS prior)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재현 (기준선)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 없이 κ만 추가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교수님 제안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(b = 0 고정)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기준선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 없이 κ만 추가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 + 면적 항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E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B2-ω1 / B2-ω10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ω 민감도 (선택)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B0-logit / B2-logit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 / 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링크 민감도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4632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96112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링크를 log로 정한 이유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5349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지시서는 logit, 기존 브랜치는 log였다. 둘 다 돌린 결과 LS는 순위가 완전히 같았고(0.8550 동일) LQ만 log가 앞서(0.7812 vs 0.7768, P=0.938) log를 주 조건으로 정했다.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17920" y="4846320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73952" y="5029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사전등록을 지킨 방식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73952" y="53492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ω·라벨·산지 변수·판정 기준을 결과 확인 전에 고정했다. 결과를 보고 조건을 바꾸지 않았고, 추가로 떠오른 아이디어는 '사후 탐색'으로 분리했다.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본 실험 전 검증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결과를 재현하고, 새 옵션이 기존 계산을 건드리지 않는지 확인했다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결과 재현 (A0)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56816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097280"/>
              </a:tblGrid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기준값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재현값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prior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prior 단독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 사후 (기존 자료)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0" y="1572768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데이터와 구현 점검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583680" y="2020824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31152" y="19751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ls_flag가 기존 학습 loss에 없음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31152" y="221284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train()에 정답을 넘기지 않는 것을 확인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583680" y="2587752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31152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= 양성 105 / 음성 20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931152" y="277977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정의 지진 5개, 가중치 합 83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583680" y="3154680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31152" y="310896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mountain_ratio 결측 없음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931152" y="334670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평가 125행 전부 값 존재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583680" y="3721608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31152" y="36758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자료 결측 없음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931152" y="391363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엑셀 area_km2, 419행 전부 존재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583680" y="4288536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31152" y="424281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옵션을 끄면 기존과 완전히 동일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931152" y="448056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A0의 예측·파라미터가 수정 전과 diff 무차이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583680" y="4855464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31152" y="480974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κ가 optimizer에 포함됨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6931152" y="504748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아니면 RuntimeError로 즉시 중단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583680" y="5422392"/>
            <a:ext cx="201168" cy="20116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931152" y="537667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30회 전부 NaN·발산 없음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931152" y="561441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loss &lt; 초기 loss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0080" y="40233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A1은 발표자료 12쪽 ③과 어긋났다 — LS 0.7479(기대 0.717), κ 0.2795(기대 0.05). 12쪽 ③이 κ를 어디에 어떤 m으로 넣었는지 확인이 필요하다. A2 판정은 A0 기준이라 영향받지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① 산사태(LS)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가린 지진으로만 채점한 사후 가중 AUC. 위로 갈수록 좋다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91056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91056"/>
            <a:ext cx="3703320" cy="4114800"/>
          </a:xfrm>
          <a:prstGeom prst="roundRect">
            <a:avLst>
              <a:gd name="adj" fmla="val 2222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38160" y="17922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읽는 법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138160" y="223113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49056" y="217627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A2가 A0을 크게 넘었다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8449056" y="243230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0.7222 → 0.8039 (+0.0817)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138160" y="309981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49056" y="304495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B2는 B0을 넘지 못했다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8449056" y="330098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 → 0.8507 (−0.0044)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138160" y="3968496"/>
            <a:ext cx="182880" cy="182880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49056" y="391363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1등은 학습을 안 한 B0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449056" y="416966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 0개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138160" y="483717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49056" y="4782312"/>
            <a:ext cx="2889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B1이 최하위권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449056" y="503834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있어도 κ를 감독 없이 학습시키면 0.7285로 망가진다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5870448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평가 125행 중 AUC가 정의되는 5개 지진 83행. 음성은 20개뿐이라 구간이 넓다.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판정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조건도 결과를 보기 전에 고정했다 — 기준선 초과 + P(차이&gt;0) ≥ 95% + κ 부호 일치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DF2EE"/>
          </a:solidFill>
          <a:ln w="15875">
            <a:solidFill>
              <a:srgbClr val="5F7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F7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 성공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128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교수님 제안 · A 계열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0.8039  &gt;  A0 0.7222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0.9813  ≥  0.95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5회차 전부 양수 (+0.93 ~ +1.37)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1591056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F9EAE7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  실패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212848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제안 + 면적 항 · B 계열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가중 AUC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09560" y="2560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0.8507  ≤  B0 0.8550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P(차이 &gt; 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909560" y="29260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291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부호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4회 음수 / 1회 양수 — 뒤집힘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93192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짝지은 부트스트랩 3,000회 (seed 0) — 지진 안에서 양성·음성을 따로 복원추출, 모든 조건이 같은 표본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297680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2011680"/>
                <a:gridCol w="1280160"/>
                <a:gridCol w="489204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차이 (관측)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구간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P(차이 &gt; 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해석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[+0.0031, +0.1644]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제안이 기존 prior를 유의하게 개선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A2 − A1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[+0.0004, +0.1246]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정답을 쓴 쪽이 안 쓴 쪽보다 낫다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[−0.0261, 0.0000]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재표본 3,000벌 전부에서 못 넘음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+0.1222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[+0.0514, +0.1981]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감독이 있으면 κ 폭주는 막힌다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B2 − 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[−0.0287, +0.1322]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면적 항이 앞서지만 구간은 0을 걸침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그런가 ① 면적 항이 산지 정보를 이미 담고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회귀를 거치지 않은 prior 점수만으로 잰 가중 AUC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9344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9344"/>
            <a:ext cx="3794760" cy="3200400"/>
          </a:xfrm>
          <a:prstGeom prst="roundRect">
            <a:avLst>
              <a:gd name="adj" fmla="val 2571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두 가지가 보인다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7627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LS에서는 시정촌 면적만으로도 0.8214가 나온다. USGS 확률값(0.7969)보다 높다.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그런데 LQ에서는 면적 단독이 0.5470으로 우연 수준이다. 그런데도 π와 더하면 0.7154 → 0.7698로 오른다.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면적이 라벨을 직접 켜는 것이 아니라, λ = π × k 라는 유도식이 실제로 작동한다는 뜻이다.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4956048"/>
            <a:ext cx="10927080" cy="1143000"/>
          </a:xfrm>
          <a:prstGeom prst="roundRect">
            <a:avLst>
              <a:gd name="adj" fmla="val 7200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512064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산지 비율과 시정촌 면적의 상관 = 0.53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48640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변수가 같은 것(산이 얼마나 넓게 있는가)을 다른 방식으로 재고 있다. 실제로 A2가 정답을 배워 도달한 prior(0.8341)가 면적 항이 구조만으로 얻은 prior(0.8400)와 거의 같은 자리다 — 서로 다른 길로 같은 정보에 닿았다.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그런가 ② κ가 순위가 아니라 확률 수준을 고치는 데 쓰였다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회차별로 학습된 κ와, 그 원인이 된 2018 훗카이도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회차별 κ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38528"/>
          <a:ext cx="48463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시험 지진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 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돗토리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+0.9356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 니가타현주에쓰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+0.9259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 구마모토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+1.3698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−0.4070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오사카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+1.0417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 훗카이도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+0.9871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8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3977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강제로 κ = +1을 넣으면 prior가 0.8400 → 0.8539로 오른다. 학습된 κ(−0.41)는 순위를 최대화하는 방향의 반대로 갔다.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806440" y="15727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훗카이도 — 산이 많은 곳이 오히려 음성이다</a:t>
            </a:r>
            <a:endParaRPr lang="en-US" sz="12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1938528"/>
          <a:ext cx="5760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9601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시정촌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산사태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산지 z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변화 (B0→B2)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히다카초 (日高町)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0.9706 → 0.9730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유바리시 (夕張市)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 → 0.9663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기타히로시마시 (北広島市)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0.6641 → 0.6290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유니초 (由仁町)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있음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0.8282 → 0.8039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806440" y="3749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 prior는 q가 이미 0.94~0.99로 포화돼 있다. 이 상태에서 BCE를 가장 빨리 줄이는 길은 과신한 행을 끌어내리는 것인데, 거짓양성이 전부 산 많은 곳이다. 그래서 κ가 음수로 간다 — 순위 개선이 아니라 수준 보정이다.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40080" y="4892040"/>
            <a:ext cx="10927080" cy="1188720"/>
          </a:xfrm>
          <a:prstGeom prst="roundRect">
            <a:avLst>
              <a:gd name="adj" fmla="val 6923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074920"/>
            <a:ext cx="10378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결정적 확인 — 가려둔 83행에서 잰 BCE (자기 목적함수인데도 일반화되지 않는다)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5440680"/>
            <a:ext cx="10378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 = 0.4322   ·   B2 (ω=4.35) = 0.4548   ·   B2-ω10 = 0.4599   →  정답으로 학습한 조건이 학습하지 않은 조건보다 나쁘다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 ② 액상화(LQ)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LQ는 음성이 120개로 LS(20개)보다 6배 많아 그 자체로 더 튼튼한 평가판이다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9344"/>
          <a:ext cx="685800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9344"/>
            <a:ext cx="3794760" cy="3017520"/>
          </a:xfrm>
          <a:prstGeom prst="roundRect">
            <a:avLst>
              <a:gd name="adj" fmla="val 2727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46720" y="1810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LQ는 학습 파라미터가 없다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2176272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log(π_LQ) + log k_LQ 뿐이고 b_LQ는 0으로 고정, κ도 없다. BCE도 LS에만 걸린다.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그래서 B 계열의 LQ 개선(0.7458 → 0.7812)은 순수하게 면적 항이라는 구조만으로 얻은 것이다.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8404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다만 조건 간 차이는 LS만큼 결정적이지 않다. B0 − A0의 95% 구간이 0을 걸친다 (P = 0.892).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773168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— 이득이 어디서 오는지 쪼개 보면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5065776"/>
          <a:ext cx="109270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154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전체 6개 지진 (가중 182)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 22~31개인 3개 (144)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음성 1~3개인 3개 (38)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40080" y="6199632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믿을 만한 3개 지진만 보면 A2(0.8437)와 B0(0.8406)이 사실상 동률이다. B0의 LQ 우위는 음성이 1개뿐인 지진 두 개에서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사후 탐색 — b_LQ 고정을 풀면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사전등록 조건표 밖의 실험이며 판정 대상이 아니다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27080" cy="868680"/>
          </a:xfrm>
          <a:prstGeom prst="roundRect">
            <a:avLst>
              <a:gd name="adj" fmla="val 947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10378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— log k_LQ의 평균이 6.7쯤이라 q_LQ가 통째로 밀려 올라간다. 중앙값 0.9188인데 실제 LQ 발생률은 229행 중 0.476이다. b_LQ가 0으로 고정돼 수준을 잡을 수단이 없었다.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15184"/>
          <a:ext cx="73152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783080"/>
                <a:gridCol w="2057400"/>
                <a:gridCol w="1508760"/>
              </a:tblGrid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지표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  (b_LQ = 0 고정)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 (b_LQ 학습, b_LQ = −4.12)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변화 없음 (예측대로)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MSE (사후)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BCE (사전)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F7F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q_LQ 중앙값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실제 발생률 0.476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완전히 동일 (0.00e+00)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 가중 AUC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7A6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83880" y="2615184"/>
            <a:ext cx="3383280" cy="2606040"/>
          </a:xfrm>
          <a:prstGeom prst="roundRect">
            <a:avLst>
              <a:gd name="adj" fmla="val 3158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39912" y="279806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순위는 그대로인가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439912" y="3163824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b_LQ는 모든 행에 더해지는 같은 상수다. 상수를 더해도 순위는 바뀌지 않으므로 prior AUC가 0.7698 그대로다.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그런데 4상태 가중치가 제대로 잡히면서 사후 AUC가 올랐다. 확률 수준만 고쳤는데 사후 순위가 좋아진 것이다.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40080" y="5577840"/>
            <a:ext cx="7315200" cy="731520"/>
          </a:xfrm>
          <a:prstGeom prst="roundRect">
            <a:avLst>
              <a:gd name="adj" fmla="val 11250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5760720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짝지은 부트스트랩 3,000회 — C0 − B0 = +0.0342,  95% 구간 [+0.0009, +0.0698],  P(차이 &gt; 0) = 0.978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매개변수화 점검 — log k에서 평균을 뺄 것인가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b를 학습하는 채널에서만 뺀다. b를 고정한 채널에서 빼면 유도식이 깨진다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EDF2EE"/>
          </a:solidFill>
          <a:ln w="15875">
            <a:solidFill>
              <a:srgbClr val="5F7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373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7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b를 학습하는 채널 → 뺀다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b가 '평균 크기 시정촌에서의 log-odds'라는 뜻을 갖고, b와 log k의 상관이 줄어 최적화가 안정된다.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F9EAE7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0 고정인 채널 → 빼면 안 된다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103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재매개변수화가 아니라 다른 모형이 된다. 안 뺀 z = log(π̄ · k) = log λ 가 유도식 그 자체다. B0이 여기 해당한다.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072384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— b 상자를 [−12, 20]으로 똑같이 열고 센터링 유/무를 비교했다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38144"/>
          <a:ext cx="10927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51560"/>
                <a:gridCol w="2286000"/>
                <a:gridCol w="1691640"/>
                <a:gridCol w="1691640"/>
                <a:gridCol w="1188720"/>
                <a:gridCol w="1051560"/>
                <a:gridCol w="10515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센터링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뺀 값 off_LS / off_LQ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b_LS 유효수준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b_LQ 유효수준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사후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 사후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42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8.0422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−0.8395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−2.4309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−0.8386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6.6559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−4.1186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8.0422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−0.1462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안 한다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−0.2955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−0.1461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E24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40080" y="5376672"/>
            <a:ext cx="10927080" cy="914400"/>
          </a:xfrm>
          <a:prstGeom prst="roundRect">
            <a:avLst>
              <a:gd name="adj" fmla="val 9000"/>
            </a:avLst>
          </a:prstGeom>
          <a:solidFill>
            <a:srgbClr val="2E2422"/>
          </a:solidFill>
          <a:ln w="12700">
            <a:solidFill>
              <a:srgbClr val="2E242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553212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최적해는 같다 — 소수 셋째 자리까지 일치한다. 차이는 b의 해석과 조건수뿐이다.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5870448"/>
            <a:ext cx="10378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상자를 함께 열어야 한다. 기존 상자 [−2, 4]는 실제로 걸리고 있었고(B1의 b_LS가 하한 −2에 붙음), 센터링하면 LS는 b가 +8.21까지 가야 하는데 상한 4에 닿지 못한다.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2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48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 — 지금 가장 좋은 구성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5214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가지를 나란히 제시한다. 사전등록 기준 1위와, 사후 탐색까지 포함한 1위다.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664208"/>
            <a:ext cx="5212080" cy="3520440"/>
          </a:xfrm>
          <a:prstGeom prst="roundRect">
            <a:avLst>
              <a:gd name="adj" fmla="val 2338"/>
            </a:avLst>
          </a:prstGeom>
          <a:solidFill>
            <a:srgbClr val="3B2E2A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47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B0   사전등록 기준 1위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249424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z_LS = log(π̄_LS) + log k_LS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z_LQ = log(π̄_LQ) + log k_LQ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없음 · ω = 0 · b 전부 0 고정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218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가중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2186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5341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35341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0.8550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 가중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8496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0.7698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41650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1650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80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 (사후)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4480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0.1343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47960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7960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1664208"/>
            <a:ext cx="5029200" cy="3520440"/>
          </a:xfrm>
          <a:prstGeom prst="roundRect">
            <a:avLst>
              <a:gd name="adj" fmla="val 2338"/>
            </a:avLst>
          </a:prstGeom>
          <a:solidFill>
            <a:srgbClr val="3B2E2A"/>
          </a:solidFill>
          <a:ln w="19050">
            <a:solidFill>
              <a:srgbClr val="5F7F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18470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B8A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C0   사후 탐색 포함 1위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2249424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B0과 같되 b_LQ만 학습한다 (−4.12로 수렴)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식은 B0과 글자 하나 다르지 않다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LS 사전확률 최대 절대차 0.00e+00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3218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사전 가중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32186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0.8400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53415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사후 가중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235440" y="353415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0.8529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384962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사전 가중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384962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0.7698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1650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LQ 사후 가중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35440" y="416509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FB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0.8158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4480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MSE (사후)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448056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FB8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0.1338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47960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학습 파라미터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479602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413248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F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발표에서는 B0을 주 결과로 두고, A2는 '제안하신 LOEO 절차는 A 계열에서 유의하게 작동했으나(+0.0817, P=0.98), 면적 항이 이미 같은 정보를 담고 있어 B 계열에서는 추가 이득이 없었다'로 방법 검증 결과에 배치하는 것을 권한다. C0은 다음 실험 제안으로 붙인다.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4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한계와 다음 단계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9264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숫자를 어디까지 믿을 수 있는지부터 적는다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" y="209397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88720" y="20574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음성이 20개뿐이다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32257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지진 안 양성–음성 쌍이 전부 합쳐 275쌍이다. 2018 오사카의 1.0000은 10쌍짜리다.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7824" y="309981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063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최고 기록은 새 값이 아니다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3284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B0의 0.8550은 기존 자료의 0.855와 같다. 이번 실험에서 그것을 넘은 조건은 없었다.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95020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77824" y="410565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40690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A1이 발표자료 12쪽 ③과 어긋난다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0.7479(기대 0.717), κ 0.2795(기대 0.05). 확인이 필요하다.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95604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77824" y="5111496"/>
            <a:ext cx="182880" cy="1828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8872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훗카이도 라벨을 다시 볼 필요가 있다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3400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히다카초·유바리시의 ls_flag=0이 '없음'인지 '집계 항목 없음'인지 원자료 확인.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57276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7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193852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219456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967728" y="205740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병목은 prior가 아니라 우도다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967728" y="23225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A0은 prior 0.7969 → 사후 0.7222로 깎인다. 어느 피해 채널이 LS 순위를 망치는지 채널별로 끄고 재본다.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17920" y="294436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320040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67728" y="306324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b_LQ 건을 정식 조건으로 사전등록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967728" y="332841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이번에는 사후 탐색으로만 확인했다. 조건을 미리 고정하고 다시 돌린다.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217920" y="395020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0" y="420624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967728" y="406908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B에서 κ를 쓰려면 부호 제약(κ ≥ 0)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967728" y="433425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강제 κ=+1이 prior를 0.8539로 올린다. 다만 결과를 보고 나온 가설이라 별도 사전등록이 필요하다.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17920" y="4956048"/>
            <a:ext cx="5349240" cy="896112"/>
          </a:xfrm>
          <a:prstGeom prst="roundRect">
            <a:avLst>
              <a:gd name="adj" fmla="val 9184"/>
            </a:avLst>
          </a:prstGeom>
          <a:solidFill>
            <a:srgbClr val="F2EFE6"/>
          </a:solidFill>
          <a:ln w="6350">
            <a:solidFill>
              <a:srgbClr val="DCD6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5212080"/>
            <a:ext cx="384048" cy="384048"/>
          </a:xfrm>
          <a:prstGeom prst="ellipse">
            <a:avLst/>
          </a:prstGeom>
          <a:solidFill>
            <a:srgbClr val="5F7F6E"/>
          </a:solidFill>
          <a:ln w="12700">
            <a:solidFill>
              <a:srgbClr val="5F7F6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0080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967728" y="507492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24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 대상을 산지 말고 다른 변수로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534009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면적 항이 아직 모르는 정보 — 경사도, 지질, 강우 — 쪽이어야 한다.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6071616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— results/loeo/LOEO_결과.xlsx (요약·회차별·이벤트별·부트스트랩·재현·실행기록 7시트) · results/posthoc/사후탐색_결과.xlsx · 브랜치 claude/vigilant-wozniak-atum1b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파일럿A 후속실험 3 — LOEO + 산지 정답 학습</dc:title>
  <dc:subject>PptxGenJS Presentation</dc:subject>
  <dc:creator>Pilot A</dc:creator>
  <cp:lastModifiedBy>Pilot A</cp:lastModifiedBy>
  <cp:revision>1</cp:revision>
  <dcterms:created xsi:type="dcterms:W3CDTF">2026-09-16T11:50:46Z</dcterms:created>
  <dcterms:modified xsi:type="dcterms:W3CDTF">2026-09-16T11:50:46Z</dcterms:modified>
</cp:coreProperties>
</file>