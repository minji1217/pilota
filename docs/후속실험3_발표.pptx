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0.8778</c:v>
                </c:pt>
                <c:pt idx="1">
                  <c:v>0.8778</c:v>
                </c:pt>
                <c:pt idx="2">
                  <c:v>0.8778</c:v>
                </c:pt>
                <c:pt idx="3">
                  <c:v>0.9023</c:v>
                </c:pt>
                <c:pt idx="4">
                  <c:v>0.9023</c:v>
                </c:pt>
                <c:pt idx="5">
                  <c:v>0.885</c:v>
                </c:pt>
                <c:pt idx="6">
                  <c:v>0.885</c:v>
                </c:pt>
                <c:pt idx="7">
                  <c:v>0.8969</c:v>
                </c:pt>
                <c:pt idx="8">
                  <c:v>0.8776</c:v>
                </c:pt>
                <c:pt idx="9">
                  <c:v>0.8967</c:v>
                </c:pt>
                <c:pt idx="10">
                  <c:v>0.8373</c:v>
                </c:pt>
                <c:pt idx="11">
                  <c:v>0.885</c:v>
                </c:pt>
                <c:pt idx="12">
                  <c:v>0.885</c:v>
                </c:pt>
                <c:pt idx="13">
                  <c:v>0.885</c:v>
                </c:pt>
                <c:pt idx="14">
                  <c:v>0.885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0.7925</c:v>
                </c:pt>
                <c:pt idx="1">
                  <c:v>0.8426</c:v>
                </c:pt>
                <c:pt idx="2">
                  <c:v>0.8405</c:v>
                </c:pt>
                <c:pt idx="3">
                  <c:v>0.8638</c:v>
                </c:pt>
                <c:pt idx="4">
                  <c:v>0.8646</c:v>
                </c:pt>
                <c:pt idx="5">
                  <c:v>0.8607</c:v>
                </c:pt>
                <c:pt idx="6">
                  <c:v>0.8496</c:v>
                </c:pt>
                <c:pt idx="7">
                  <c:v>0.8812</c:v>
                </c:pt>
                <c:pt idx="8">
                  <c:v>0.849</c:v>
                </c:pt>
                <c:pt idx="9">
                  <c:v>0.8435</c:v>
                </c:pt>
                <c:pt idx="10">
                  <c:v>0.8379</c:v>
                </c:pt>
                <c:pt idx="11">
                  <c:v>0.8646</c:v>
                </c:pt>
                <c:pt idx="12">
                  <c:v>0.862</c:v>
                </c:pt>
                <c:pt idx="13">
                  <c:v>0.865</c:v>
                </c:pt>
                <c:pt idx="14">
                  <c:v>0.8466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-0.0372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5254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3982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297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59028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51023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51480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50474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852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897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7972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608990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산사태 LS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짧으면 피해 데이터가 오히려 깎았다는 뜻이다.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짧다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posterior가 자기 prior를 넘은 것은 F 하나뿐이고 그마저 +0.0005다.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4·5번은 자연+혼재 GT라 prior 기준선이 0.878 → 0.902로 함께 올라간다.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않았다.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액상화 LQ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방식으로 LQ를 본다. 이쪽은 방향이 반대다.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posterior가 더 길다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13개 조건이 자기 prior를 넘는다(+0.003 ~ +0.040). J가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 prior를 모델이 오히려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+0.0205  [+0.000, +0.042]   경계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−0.2535  [−0.292, −0.217]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기준이다. AUC 우위는 하한이 0에 닿아 경계선이고, MSE 우위는 확실하다.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480560"/>
            <a:ext cx="361188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6634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5010912"/>
            <a:ext cx="30632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c_LS도 1보다 낮춰야 한다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E(c=0.5)의 편향 −0.097과 A(c=1)의 +0.436 사이에 최적값이 있다. c_LS × c_LQ를 0.5~1 구간에서 훑는 실험이 다음 순서다.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④를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조건은 전부 기존(all) GT로 돌았다.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2026-09-16T14:06:54Z</dcterms:created>
  <dcterms:modified xsi:type="dcterms:W3CDTF">2026-09-16T14:06:54Z</dcterms:modified>
</cp:coreProperties>
</file>