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-0.0385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5254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3982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297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59028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51023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51480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50474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852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897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7972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608990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148840"/>
          </a:xfrm>
          <a:prstGeom prst="roundRect">
            <a:avLst>
              <a:gd name="adj" fmla="val 25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+0.0282  [+0.013, +0.045]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−0.2534  [−0.294, −0.212]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34340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5262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4873752"/>
            <a:ext cx="30632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c_LS도 1보다 낮춰야 한다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E(c=0.5)의 편향 −0.097과 A(c=1)의 +0.436 사이에 최적값이 있다. c_LS × c_LQ를 0.5~1 구간에서 훑는 실험이 다음 순서다.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④를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조건은 전부 기존(all) GT로 돌았다.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2026-09-16T13:37:54Z</dcterms:created>
  <dcterms:modified xsi:type="dcterms:W3CDTF">2026-09-16T13:37:54Z</dcterms:modified>
</cp:coreProperties>
</file>