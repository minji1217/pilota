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Sheet1!$A$2:$A$20</c:f>
              <c:multiLvlStrCache>
                <c:ptCount val="19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  <c:pt idx="15">
                    <c:v>K b만+중심화</c:v>
                  </c:pt>
                  <c:pt idx="16">
                    <c:v>L tied 중심</c:v>
                  </c:pt>
                  <c:pt idx="17">
                    <c:v>M bounded 중심</c:v>
                  </c:pt>
                  <c:pt idx="18">
                    <c:v>N free 중심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-0.0281</c:v>
                </c:pt>
                <c:pt idx="1">
                  <c:v>-0.0076</c:v>
                </c:pt>
                <c:pt idx="2">
                  <c:v>-0.0114</c:v>
                </c:pt>
                <c:pt idx="3">
                  <c:v>-0.0035</c:v>
                </c:pt>
                <c:pt idx="4">
                  <c:v>-0.0035</c:v>
                </c:pt>
                <c:pt idx="5">
                  <c:v>-0.0014</c:v>
                </c:pt>
                <c:pt idx="6">
                  <c:v>-0.0333</c:v>
                </c:pt>
                <c:pt idx="7">
                  <c:v>-0.0271</c:v>
                </c:pt>
                <c:pt idx="8">
                  <c:v>-0.031</c:v>
                </c:pt>
                <c:pt idx="9">
                  <c:v>-0.0333</c:v>
                </c:pt>
                <c:pt idx="10">
                  <c:v>-0.0005</c:v>
                </c:pt>
                <c:pt idx="11">
                  <c:v>0.0024</c:v>
                </c:pt>
                <c:pt idx="12">
                  <c:v>-0.0019</c:v>
                </c:pt>
                <c:pt idx="13">
                  <c:v>0.0019</c:v>
                </c:pt>
                <c:pt idx="14">
                  <c:v>-0.0176</c:v>
                </c:pt>
                <c:pt idx="15">
                  <c:v>-0.0148</c:v>
                </c:pt>
                <c:pt idx="16">
                  <c:v>-0.0181</c:v>
                </c:pt>
                <c:pt idx="17">
                  <c:v>-0.0243</c:v>
                </c:pt>
                <c:pt idx="18">
                  <c:v>-0.0129</c:v>
                </c:pt>
              </c:numCache>
            </c:numRef>
          </c:val>
        </c:ser>
        <c:dLbls>
          <c:numFmt formatCode="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2"/>
          <c:min val="-0.04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 = 0 고정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A fixed</c:v>
                  </c:pt>
                  <c:pt idx="1">
                    <c:v>G LQ c=0.5</c:v>
                  </c:pt>
                  <c:pt idx="2">
                    <c:v>H LQ c=0.75</c:v>
                  </c:pt>
                  <c:pt idx="3">
                    <c:v>I LQ c 학습</c:v>
                  </c:pt>
                  <c:pt idx="4">
                    <c:v>F c 크게</c:v>
                  </c:pt>
                  <c:pt idx="5">
                    <c:v>E c 작게</c:v>
                  </c:pt>
                  <c:pt idx="6">
                    <c:v>J b만 학습</c:v>
                  </c:pt>
                  <c:pt idx="7">
                    <c:v>K b만+중심화</c:v>
                  </c:pt>
                  <c:pt idx="8">
                    <c:v>C bounded</c:v>
                  </c:pt>
                  <c:pt idx="9">
                    <c:v>D free</c:v>
                  </c:pt>
                  <c:pt idx="10">
                    <c:v>L tied 중심</c:v>
                  </c:pt>
                  <c:pt idx="11">
                    <c:v>M bounded 중심</c:v>
                  </c:pt>
                  <c:pt idx="12">
                    <c:v>N free 중심</c:v>
                  </c:pt>
                  <c:pt idx="13">
                    <c:v>B tied</c:v>
                  </c:pt>
                  <c:pt idx="14">
                    <c:v>2 3번 b10</c:v>
                  </c:pt>
                  <c:pt idx="15">
                    <c:v>3 6번 b10</c:v>
                  </c:pt>
                  <c:pt idx="16">
                    <c:v>1 3번 b4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0.006</c:v>
                </c:pt>
                <c:pt idx="1">
                  <c:v>0.008</c:v>
                </c:pt>
                <c:pt idx="2">
                  <c:v>0.007</c:v>
                </c:pt>
                <c:pt idx="3">
                  <c:v>0.008</c:v>
                </c:pt>
                <c:pt idx="4">
                  <c:v>0.146</c:v>
                </c:pt>
                <c:pt idx="5">
                  <c:v>-0.494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학습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A fixed</c:v>
                  </c:pt>
                  <c:pt idx="1">
                    <c:v>G LQ c=0.5</c:v>
                  </c:pt>
                  <c:pt idx="2">
                    <c:v>H LQ c=0.75</c:v>
                  </c:pt>
                  <c:pt idx="3">
                    <c:v>I LQ c 학습</c:v>
                  </c:pt>
                  <c:pt idx="4">
                    <c:v>F c 크게</c:v>
                  </c:pt>
                  <c:pt idx="5">
                    <c:v>E c 작게</c:v>
                  </c:pt>
                  <c:pt idx="6">
                    <c:v>J b만 학습</c:v>
                  </c:pt>
                  <c:pt idx="7">
                    <c:v>K b만+중심화</c:v>
                  </c:pt>
                  <c:pt idx="8">
                    <c:v>C bounded</c:v>
                  </c:pt>
                  <c:pt idx="9">
                    <c:v>D free</c:v>
                  </c:pt>
                  <c:pt idx="10">
                    <c:v>L tied 중심</c:v>
                  </c:pt>
                  <c:pt idx="11">
                    <c:v>M bounded 중심</c:v>
                  </c:pt>
                  <c:pt idx="12">
                    <c:v>N free 중심</c:v>
                  </c:pt>
                  <c:pt idx="13">
                    <c:v>B tied</c:v>
                  </c:pt>
                  <c:pt idx="14">
                    <c:v>2 3번 b10</c:v>
                  </c:pt>
                  <c:pt idx="15">
                    <c:v>3 6번 b10</c:v>
                  </c:pt>
                  <c:pt idx="16">
                    <c:v>1 3번 b4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-0.27</c:v>
                </c:pt>
                <c:pt idx="7">
                  <c:v>-0.273</c:v>
                </c:pt>
                <c:pt idx="8">
                  <c:v>-0.235</c:v>
                </c:pt>
                <c:pt idx="9">
                  <c:v>-0.248</c:v>
                </c:pt>
                <c:pt idx="10">
                  <c:v>-0.268</c:v>
                </c:pt>
                <c:pt idx="11">
                  <c:v>-0.277</c:v>
                </c:pt>
                <c:pt idx="12">
                  <c:v>-0.201</c:v>
                </c:pt>
                <c:pt idx="13">
                  <c:v>-0.303</c:v>
                </c:pt>
                <c:pt idx="14">
                  <c:v>-0.21</c:v>
                </c:pt>
                <c:pt idx="15">
                  <c:v>-0.211</c:v>
                </c:pt>
                <c:pt idx="16">
                  <c:v>-0.308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c_LS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 fixed
(c 고정)</c:v>
                  </c:pt>
                  <c:pt idx="1">
                    <c:v>B tied
(c = a)</c:v>
                  </c:pt>
                  <c:pt idx="2">
                    <c:v>C bounded
(c=1 고정)</c:v>
                  </c:pt>
                  <c:pt idx="3">
                    <c:v>D free</c:v>
                  </c:pt>
                  <c:pt idx="4">
                    <c:v>N free 중심화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0.6801</c:v>
                </c:pt>
                <c:pt idx="2">
                  <c:v>1</c:v>
                </c:pt>
                <c:pt idx="3">
                  <c:v>0.3639</c:v>
                </c:pt>
                <c:pt idx="4">
                  <c:v>0.0052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 LS AUC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 fixed
(c 고정)</c:v>
                  </c:pt>
                  <c:pt idx="1">
                    <c:v>B tied
(c = a)</c:v>
                  </c:pt>
                  <c:pt idx="2">
                    <c:v>C bounded
(c=1 고정)</c:v>
                  </c:pt>
                  <c:pt idx="3">
                    <c:v>D free</c:v>
                  </c:pt>
                  <c:pt idx="4">
                    <c:v>N free 중심화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0.841</c:v>
                </c:pt>
                <c:pt idx="1">
                  <c:v>0.841</c:v>
                </c:pt>
                <c:pt idx="2">
                  <c:v>0.8257</c:v>
                </c:pt>
                <c:pt idx="3">
                  <c:v>0.799</c:v>
                </c:pt>
                <c:pt idx="4">
                  <c:v>0.749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8"/>
          <c:min val="0.7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USGS prior 단독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</c:v>
                  </c:pt>
                  <c:pt idx="1">
                    <c:v>자연+혼재 GT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0.7486</c:v>
                </c:pt>
                <c:pt idx="1">
                  <c:v>0.8179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</c:v>
                  </c:pt>
                  <c:pt idx="1">
                    <c:v>자연+혼재 GT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0.741</c:v>
                </c:pt>
                <c:pt idx="1">
                  <c:v>0.8145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6"/>
          <c:min val="0.7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-0.494</c:v>
                </c:pt>
                <c:pt idx="1">
                  <c:v>0.006</c:v>
                </c:pt>
                <c:pt idx="2">
                  <c:v>0.146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2"/>
          <c:min val="-0.6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prior 그대로</c:v>
                  </c:pt>
                  <c:pt idx="1">
                    <c:v>면적만 (log k)</c:v>
                  </c:pt>
                  <c:pt idx="2">
                    <c:v>prior + 면적</c:v>
                  </c:pt>
                  <c:pt idx="3">
                    <c:v>최종 posterior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0.7486</c:v>
                </c:pt>
                <c:pt idx="1">
                  <c:v>0.7833</c:v>
                </c:pt>
                <c:pt idx="2">
                  <c:v>0.841</c:v>
                </c:pt>
                <c:pt idx="3">
                  <c:v>0.8395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prior 그대로</c:v>
                  </c:pt>
                  <c:pt idx="1">
                    <c:v>면적만 (log k)</c:v>
                  </c:pt>
                  <c:pt idx="2">
                    <c:v>prior + 면적</c:v>
                  </c:pt>
                  <c:pt idx="3">
                    <c:v>최종 posterior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0.7485</c:v>
                </c:pt>
                <c:pt idx="1">
                  <c:v>0.5852</c:v>
                </c:pt>
                <c:pt idx="2">
                  <c:v>0.8183</c:v>
                </c:pt>
                <c:pt idx="3">
                  <c:v>0.8226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후속실험 3 전체 결과. 핵심은 기준선을 고치면 해석이 뒤집힌다는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줄이 전부. 1번이 이번 실험의 중심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나머지 전부의 전제. 기준선을 바꾸면 이전 결론이 유지되지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b=0 고정 중 E와 F가 큰 편향을 보이는 건 c를 잘못 준 탓이고, c_LS=1인 조건은 전부 +0.006~0.008.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순위를 올려 주던 바로 그 항을 피해 likelihood가 버린다. free-ctr은 c_LS=0.005.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600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순위를 올린 것은 면적 항이고,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데이터는 LS에서 오히려 깎는다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범위 · 자연+혼재 GT · 면적 항 — 19개 조건을 9개 이벤트 418행 전체로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937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5412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350008" y="4937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350008" y="55412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실행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133088" y="4937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133088" y="55412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4937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5916168" y="55412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세 가지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85416"/>
            <a:ext cx="438912" cy="43891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24028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0253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예외 없이 LS 눈금이 무너진다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40487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19개를 'b를 학습하는가'로 가르면 완전히 갈린다. 학습하는 13개는 전부 LS를 20~30%p 과소예측한다.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목표가 피해 데이터의 marginal likelihood이지 GT가 아니기 때문이다.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264408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66744"/>
            <a:ext cx="438912" cy="43891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2160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4838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자유도를 주면 면적 항 자체를 버린다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886200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조건은 c_LS를 0.005까지 떨어뜨려 면적 항을 사실상 제거했고,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순위가 USGS 원값 수준(0.749)으로 돌아갔다. 순위를 올려 주던 바로 그 항을 버린 것이다.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745736"/>
            <a:ext cx="11057839" cy="1298448"/>
          </a:xfrm>
          <a:prstGeom prst="roundRect">
            <a:avLst>
              <a:gd name="adj" fmla="val 422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5148072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5202936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96519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LS·LQ를 동시에 잡으려면 c를 hazard별로 나눠야 한다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5367528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유도식 c=1에서 편향 +0.006으로 이미 맞는데 LQ는 같은 값에서 +0.256 과대예측한다.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c_LS=1을 지키고 c_LQ만 0.5~0.75로 낮춘 조건이 둘 다 잡는다.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기준선이 틀려 있었다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3D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집계는 posterior를 USGS 원값 p̄와 비교했다. 이건 “USGS를 이겼나”만 답한다.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3D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 z = a·log p̄ + b + c·log k  이므로, “피해 데이터가 무엇을 보탰나”를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3D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재려면 그 z로 매긴 순위와 비교해야 한다.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880360"/>
            <a:ext cx="5029200" cy="1572768"/>
          </a:xfrm>
          <a:prstGeom prst="roundRect">
            <a:avLst>
              <a:gd name="adj" fmla="val 3488"/>
            </a:avLst>
          </a:prstGeom>
          <a:solidFill>
            <a:srgbClr val="2633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30723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원값  p̄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364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USGS를 이겼나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712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0.7486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035808" y="3712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0.7485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42245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035808" y="42245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61888" y="2880360"/>
            <a:ext cx="5029200" cy="1572768"/>
          </a:xfrm>
          <a:prstGeom prst="roundRect">
            <a:avLst>
              <a:gd name="adj" fmla="val 3488"/>
            </a:avLst>
          </a:prstGeom>
          <a:solidFill>
            <a:srgbClr val="24404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72784" y="30723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 log p̄ + log k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3649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보탰나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3712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0.8410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3712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0.8183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42245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42245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D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하나로 승패가 뒤집힌다.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fixed는 원값 기준 +0.091 승이지만 자기 prior 기준으로는 −0.001 패다.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28523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AreaPrior.z() 의 주석은 이 용도를 적어 두었지만 to_eval_pred 가 한 번도 호출하지 않고 있었다.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642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49377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578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73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입력 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439 → 419 → 418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487168" y="2578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487168" y="3273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105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2578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3273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 행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 109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87368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330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40142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432511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조건. b 상한을 4 / 10으로 넓혀 안쪽에서 멈추는지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946904"/>
            <a:ext cx="384048" cy="38404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99262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8737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51846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조건. 학습은 그대로 두고 LS 정답만 자연+혼재로 좁힌다.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80644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585216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" y="57332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6044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 조건. z = a·log p̄ + b + c·log k 의 a·b·c를 어떻게 다룰지.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395728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9904" y="26151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089904" y="29260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lam 0 / 0.1 / 1 / 10을 모두 돌렸고, 비교는 10 기준이다.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7724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41080" y="2011680"/>
            <a:ext cx="297180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22128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19개 중 2개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2688336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자기 prior를 넘은 조건. 그마저 +0.002다.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 순위에 보태는 것이 사실상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641080" y="4114800"/>
            <a:ext cx="2971800" cy="2240280"/>
          </a:xfrm>
          <a:prstGeom prst="roundRect">
            <a:avLst>
              <a:gd name="adj" fmla="val 2449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15400" y="43159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466344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거의 모든 조건이 자기 prior를 넘는다(+0.004 ~ +0.024).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최대집계)으로, prior가 0.863인데 posterior가 0.804다.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축이 전부를 설명한다 — b를 학습하는가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예측 편향 = 평균 예측확률 − 실제 양성률. 0에 가까울수록 눈금이 맞다.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68096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11680"/>
            <a:ext cx="3063240" cy="2148840"/>
          </a:xfrm>
          <a:prstGeom prst="roundRect">
            <a:avLst>
              <a:gd name="adj" fmla="val 2553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23960" y="22128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560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목표는 피해 데이터의 marginal likelihood이지 GT가 아니다.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들어가지 않는다.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자유도를 주면 GT 눈금에서 멀어진다.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549640" y="4343400"/>
            <a:ext cx="3063240" cy="2011680"/>
          </a:xfrm>
          <a:prstGeom prst="roundRect">
            <a:avLst>
              <a:gd name="adj" fmla="val 272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23960" y="45445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학습은 보정이 아니다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4892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중심화하고 b 범위를 [−12, 12]로 넓혀 다시 돌려도(L·M·N) 나아지지 않았다.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제약이 문제가 아니라 b를 학습하는 것 자체가 문제다.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자유도를 주면 면적 항 자체를 버린다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c_LS는 면적 항의 세기다. 학습에 맡길수록 0으로 간다.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4884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126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학습된 c_LS — 면적 항의 세기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63640" y="2148840"/>
          <a:ext cx="5349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61264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결과 — prior 순위가 USGS 원값(0.7486) 수준으로 돌아간다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 범위 — 넓혀도 상한에 붙는다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제약된 b가 상한에 붙어 나오면 최적값을 찾은 것인지 잘라낸 것인지 알 수 없다.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다른 조건을 그대로 두고 상한만 넓혀 안쪽에서 멈추는지 봤다.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603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64208" y="2487168"/>
            <a:ext cx="3035808" cy="457200"/>
          </a:xfrm>
          <a:prstGeom prst="roundRect">
            <a:avLst>
              <a:gd name="adj" fmla="val 8000"/>
            </a:avLst>
          </a:prstGeom>
          <a:solidFill>
            <a:srgbClr val="F1F5F7"/>
          </a:solidFill>
          <a:ln w="12700">
            <a:solidFill>
              <a:srgbClr val="D5DD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64208" y="2487168"/>
            <a:ext cx="3000972" cy="457200"/>
          </a:xfrm>
          <a:prstGeom prst="roundRect">
            <a:avLst>
              <a:gd name="adj" fmla="val 8000"/>
            </a:avLst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5603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3.95 / 4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755648" y="29809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상한의 98.9%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84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 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64208" y="3511296"/>
            <a:ext cx="7589520" cy="457200"/>
          </a:xfrm>
          <a:prstGeom prst="roundRect">
            <a:avLst>
              <a:gd name="adj" fmla="val 8000"/>
            </a:avLst>
          </a:prstGeom>
          <a:solidFill>
            <a:srgbClr val="F1F5F7"/>
          </a:solidFill>
          <a:ln w="12700">
            <a:solidFill>
              <a:srgbClr val="D5DD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64208" y="3511296"/>
            <a:ext cx="7227500" cy="457200"/>
          </a:xfrm>
          <a:prstGeom prst="roundRect">
            <a:avLst>
              <a:gd name="adj" fmla="val 8000"/>
            </a:avLst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00032" y="35844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 / 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55648" y="40050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상한의 95.2%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681728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" y="48646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안쪽 최적점이 없다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likelihood가 계속 b를 키우려 하고 상한이 그걸 자르고 있을 뿐이다.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조건에서도 bounded의 b_LQ가 −1.947로 하한 −2에 붙었다.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681728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0528" y="48646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최대집계(6번)가 드러낸 것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10528" y="5212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바꾸자 prior 자체의 AUC가 0.749 → 0.863으로 올랐다.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0.804 — 자기 prior보다 0.06 낮다.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 — 모델이 아니라 정답을 고쳤다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붕괴다. 그런데 GT의 양성에는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성토·옹벽·법면 같은 인공사면 붕괴가 섞여 있었다.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자연 / 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 유지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음성(0) — 평가에는 남긴다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평가에서 제외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 유지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537960" y="2286000"/>
          <a:ext cx="50749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66928" y="4443984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59536" y="46268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59536" y="4974336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USGS prior의 LS AUC가 0.7486 → 0.8179로 올랐다.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2번과 4번의 a_LS·b_LS·gamma_ls_max가 완전히 동일한 것으로 학습 불변을 확인했다.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5257800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0.2510 → 0.1858 · 편향 −0.210 → −0.077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5614416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불명을 제외한 이유 — 자료에 사면 종별 기술이 없다는 뜻이지 인공이라는 근거가 아니다.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면적 항 — c를 hazard별로 나눠야 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1은 “칸끼리 독립”에서 나온 값이다. 기존 조건은 이 c를 두 hazard에 똑같이 강요했다.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128016" cy="12801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20299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87168" y="2084832"/>
            <a:ext cx="128016" cy="12801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88336" y="20299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</a:t>
            </a:r>
            <a:endParaRPr lang="en-US" sz="11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66928" y="24688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66928" y="61447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0에 가까울수록 눈금이 맞다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20840" y="2468880"/>
            <a:ext cx="4892040" cy="1691640"/>
          </a:xfrm>
          <a:prstGeom prst="roundRect">
            <a:avLst>
              <a:gd name="adj" fmla="val 3243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26517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유도식에서 이미 맞는다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999232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1에서 편향 +0.006. 건드릴 이유가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LQ는 같은 값에서 +0.256 과대예측이고, 최적값은 0.5~1 사이다.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4343400"/>
            <a:ext cx="4892040" cy="1783080"/>
          </a:xfrm>
          <a:prstGeom prst="roundRect">
            <a:avLst>
              <a:gd name="adj" fmla="val 307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95160" y="45262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물리적으로도 말이 된다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873752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감수성은 충적층·지질을 따라 공간적으로 강하게 상관된다.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1 − ∏(1−pᵢ)가 과대추정한다 — 유효 칸 수가 명목 k보다 작다는 뜻이고, 그것이 c_LQ &lt; 1로 나타난다.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— c_LS는 유도식, c_LQ만 낮춘다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640080"/>
                <a:gridCol w="731520"/>
                <a:gridCol w="731520"/>
                <a:gridCol w="1097280"/>
                <a:gridCol w="1188720"/>
                <a:gridCol w="1097280"/>
                <a:gridCol w="1097280"/>
                <a:gridCol w="118872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4617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 양’ = posterior AUC − 자기 prior AUC.  기저확률 MSE 베이스라인 LS 0.1344 / LQ 0.2494.  전체 14개 조건은 부록 CSV에.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" y="5193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G 아니면 H다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554126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것은 G와 I. H는 LS AUC가 자기 prior보다 0.002 낮아 형식상 3/4이지만 LQ MSE는 14개 중 가장 좋다(0.1868).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공통점이 본질이다 — 셋 다 c_LS=1(유도식)을 지키고 c_LQ &lt; 1로 낮췄으며 학습 파라미터가 0~1개다. I가 학습한 c_LQ=0.434는 G의 고정값 0.5보다 LQ MSE가 나쁘다.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 k 중심화 — 빼도 되고 안 빼도 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6420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a·log p̄ + b + c·(log k − m)  =  a·log p̄ + (b − c·m) + c·log 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48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b가 흡수하는 순수 재매개변수화다. 같은 조건을 중심화만 달리해 돌려 확인했다.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42032"/>
          <a:ext cx="7498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097280"/>
                <a:gridCol w="1737360"/>
                <a:gridCol w="1005840"/>
                <a:gridCol w="10058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  비중심화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  중심화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8.042 / 6.656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391363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K의 b − m = 5.531 − 8.042 = −2.511 ≈ J의 −2.488.   LQ는 2.689 − 6.656 = −3.967로 소수점까지 일치한다.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389120"/>
            <a:ext cx="7498080" cy="1874520"/>
          </a:xfrm>
          <a:prstGeom prst="roundRect">
            <a:avLst>
              <a:gd name="adj" fmla="val 2927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77824" y="455371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— 코드에 강제했다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901184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중심화한다 — 결과는 같지만 b가 “평균 크기 시정촌에서의 log-odds”라는 뜻을 갖고 b·c 상관이 줄어 최적화가 안정적이다.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고정이면 중심화하지 않는다 — 재매개변수화가 아니라 다른 모형이 된다. 안 뺀 z = log(p̄·k) = log λ 가 유도식 그 자체다.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쪽이든 AUC는 변하지 않는다. 바뀌는 것은 MSE(눈금)뿐이다.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321040" y="2542032"/>
            <a:ext cx="3291840" cy="3721608"/>
          </a:xfrm>
          <a:prstGeom prst="roundRect">
            <a:avLst>
              <a:gd name="adj" fmla="val 166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13648" y="274320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얻은 것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13648" y="3108960"/>
            <a:ext cx="2788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 + b 범위 [−12, 12]로 다시 돌린 L·M·N도 기존 B·C·D보다 나아지지 않았다.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b가 하한에 붙어 있던 것이 문제가 아니었다는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것 자체가 LS 눈금을 무너뜨린다.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경고 — 면적만으로도 LS AUC 0.78이 나온다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점수만으로 순위를 매겼을 때의 AUC. A(fixed, lam 10) 조건에서 계산했다.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210312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27848" y="228600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노출·탐지 편향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27848" y="2633472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면적만으로도 USGS prior 단독보다 높다. 넓은 시정촌일수록 산사태가 기록될 확률이 높다는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GT에서는 0.655로 떨어진다 — 편향의 상당 부분이 인공사면·불명 행에서 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35240" y="4297680"/>
            <a:ext cx="3977640" cy="1737360"/>
          </a:xfrm>
          <a:prstGeom prst="roundRect">
            <a:avLst>
              <a:gd name="adj" fmla="val 31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27848" y="44805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이 문제가 없다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27848" y="482803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면적만의 AUC가 0.585로 거의 무작위다.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쪽 면적 항 개선은 편향으로 설명되지 않는다 — 진짜 효과다.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5564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미해결 — 피해 likelihood가 LS 순위를 깎는다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848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19개 중 LS에서 자기 prior를 넘은 것은 둘뿐이고 그마저 +0.002다.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61488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88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④를 아직 결합하지 않았다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175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14개 조건은 전부 기존(all) GT로 돌았다. 자연+혼재 GT에서 다시 재면 두 개선이 겹치는지 알 수 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94176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210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편향을 가르지 못했다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502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면적을 offset으로 고정하고 남는 효과만 보는 설계가 필요하다.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5371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828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prior(0.8634)와 면적 항을 한 번도 같이 쓰지 않았다. 다만 λ = p̄·k 유도는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5955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8640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행이 적고 쏠려 있다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81558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125행 중 양성 105행(84%), 9개 이벤트 중 4개는 AUC가 정의되지 않는다. 2004 니가타는 10행뿐이다.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2026-09-16T11:42:32Z</dcterms:created>
  <dcterms:modified xsi:type="dcterms:W3CDTF">2026-09-16T11:42:32Z</dcterms:modified>
</cp:coreProperties>
</file>