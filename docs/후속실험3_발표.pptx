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고치기 전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LS 평가 행</c:v>
                  </c:pt>
                  <c:pt idx="1">
                    <c:v>양성률 (%)</c:v>
                  </c:pt>
                  <c:pt idx="2">
                    <c:v>AUC 정의 이벤트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84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고친 뒤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LS 평가 행</c:v>
                  </c:pt>
                  <c:pt idx="1">
                    <c:v>양성률 (%)</c:v>
                  </c:pt>
                  <c:pt idx="2">
                    <c:v>AUC 정의 이벤트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418</c:v>
                </c:pt>
                <c:pt idx="1">
                  <c:v>25.1</c:v>
                </c:pt>
                <c:pt idx="2">
                  <c:v>9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0.8778</c:v>
                </c:pt>
                <c:pt idx="1">
                  <c:v>0.8778</c:v>
                </c:pt>
                <c:pt idx="2">
                  <c:v>0.8778</c:v>
                </c:pt>
                <c:pt idx="3">
                  <c:v>0.9023</c:v>
                </c:pt>
                <c:pt idx="4">
                  <c:v>0.9023</c:v>
                </c:pt>
                <c:pt idx="5">
                  <c:v>0.885</c:v>
                </c:pt>
                <c:pt idx="6">
                  <c:v>0.885</c:v>
                </c:pt>
                <c:pt idx="7">
                  <c:v>0.8969</c:v>
                </c:pt>
                <c:pt idx="8">
                  <c:v>0.8776</c:v>
                </c:pt>
                <c:pt idx="9">
                  <c:v>0.8967</c:v>
                </c:pt>
                <c:pt idx="10">
                  <c:v>0.8373</c:v>
                </c:pt>
                <c:pt idx="11">
                  <c:v>0.885</c:v>
                </c:pt>
                <c:pt idx="12">
                  <c:v>0.885</c:v>
                </c:pt>
                <c:pt idx="13">
                  <c:v>0.885</c:v>
                </c:pt>
                <c:pt idx="14">
                  <c:v>0.885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0.7925</c:v>
                </c:pt>
                <c:pt idx="1">
                  <c:v>0.8426</c:v>
                </c:pt>
                <c:pt idx="2">
                  <c:v>0.8405</c:v>
                </c:pt>
                <c:pt idx="3">
                  <c:v>0.8638</c:v>
                </c:pt>
                <c:pt idx="4">
                  <c:v>0.8646</c:v>
                </c:pt>
                <c:pt idx="5">
                  <c:v>0.8607</c:v>
                </c:pt>
                <c:pt idx="6">
                  <c:v>0.8496</c:v>
                </c:pt>
                <c:pt idx="7">
                  <c:v>0.8812</c:v>
                </c:pt>
                <c:pt idx="8">
                  <c:v>0.849</c:v>
                </c:pt>
                <c:pt idx="9">
                  <c:v>0.8435</c:v>
                </c:pt>
                <c:pt idx="10">
                  <c:v>0.8379</c:v>
                </c:pt>
                <c:pt idx="11">
                  <c:v>0.8646</c:v>
                </c:pt>
                <c:pt idx="12">
                  <c:v>0.862</c:v>
                </c:pt>
                <c:pt idx="13">
                  <c:v>0.865</c:v>
                </c:pt>
                <c:pt idx="14">
                  <c:v>0.8466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0.7154</c:v>
                </c:pt>
                <c:pt idx="1">
                  <c:v>0.7154</c:v>
                </c:pt>
                <c:pt idx="2">
                  <c:v>0.8372</c:v>
                </c:pt>
                <c:pt idx="3">
                  <c:v>0.7154</c:v>
                </c:pt>
                <c:pt idx="4">
                  <c:v>0.8372</c:v>
                </c:pt>
                <c:pt idx="5">
                  <c:v>0.7698</c:v>
                </c:pt>
                <c:pt idx="6">
                  <c:v>0.7698</c:v>
                </c:pt>
                <c:pt idx="7">
                  <c:v>0.7709</c:v>
                </c:pt>
                <c:pt idx="8">
                  <c:v>0.7784</c:v>
                </c:pt>
                <c:pt idx="9">
                  <c:v>0.757</c:v>
                </c:pt>
                <c:pt idx="10">
                  <c:v>0.7687</c:v>
                </c:pt>
                <c:pt idx="11">
                  <c:v>0.757</c:v>
                </c:pt>
                <c:pt idx="12">
                  <c:v>0.7725</c:v>
                </c:pt>
                <c:pt idx="13">
                  <c:v>0.7547</c:v>
                </c:pt>
                <c:pt idx="14">
                  <c:v>0.7698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0.7504</c:v>
                </c:pt>
                <c:pt idx="1">
                  <c:v>0.7663</c:v>
                </c:pt>
                <c:pt idx="2">
                  <c:v>0.7753</c:v>
                </c:pt>
                <c:pt idx="3">
                  <c:v>0.7663</c:v>
                </c:pt>
                <c:pt idx="4">
                  <c:v>0.7753</c:v>
                </c:pt>
                <c:pt idx="5">
                  <c:v>0.7812</c:v>
                </c:pt>
                <c:pt idx="6">
                  <c:v>0.7871</c:v>
                </c:pt>
                <c:pt idx="7">
                  <c:v>0.7813</c:v>
                </c:pt>
                <c:pt idx="8">
                  <c:v>0.7814</c:v>
                </c:pt>
                <c:pt idx="9">
                  <c:v>0.7914</c:v>
                </c:pt>
                <c:pt idx="10">
                  <c:v>0.7681</c:v>
                </c:pt>
                <c:pt idx="11">
                  <c:v>0.7905</c:v>
                </c:pt>
                <c:pt idx="12">
                  <c:v>0.7955</c:v>
                </c:pt>
                <c:pt idx="13">
                  <c:v>0.7732</c:v>
                </c:pt>
                <c:pt idx="14">
                  <c:v>0.81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 보탠 양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-0.0853</c:v>
                </c:pt>
                <c:pt idx="1">
                  <c:v>-0.0352</c:v>
                </c:pt>
                <c:pt idx="2">
                  <c:v>-0.0372</c:v>
                </c:pt>
                <c:pt idx="3">
                  <c:v>-0.0385</c:v>
                </c:pt>
                <c:pt idx="4">
                  <c:v>-0.0377</c:v>
                </c:pt>
                <c:pt idx="5">
                  <c:v>-0.0243</c:v>
                </c:pt>
                <c:pt idx="6">
                  <c:v>-0.0354</c:v>
                </c:pt>
                <c:pt idx="7">
                  <c:v>-0.0157</c:v>
                </c:pt>
                <c:pt idx="8">
                  <c:v>-0.0286</c:v>
                </c:pt>
                <c:pt idx="9">
                  <c:v>-0.0532</c:v>
                </c:pt>
                <c:pt idx="10">
                  <c:v>0.0005</c:v>
                </c:pt>
                <c:pt idx="11">
                  <c:v>-0.0204</c:v>
                </c:pt>
                <c:pt idx="12">
                  <c:v>-0.023</c:v>
                </c:pt>
                <c:pt idx="13">
                  <c:v>-0.02</c:v>
                </c:pt>
                <c:pt idx="14">
                  <c:v>-0.0384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15"/>
          <c:min val="-0.1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산사태 LS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 = 0.5</c:v>
                  </c:pt>
                  <c:pt idx="1">
                    <c:v>c = 1.0</c:v>
                  </c:pt>
                  <c:pt idx="2">
                    <c:v>c = 2.0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-0.097</c:v>
                </c:pt>
                <c:pt idx="1">
                  <c:v>0.436</c:v>
                </c:pt>
                <c:pt idx="2">
                  <c:v>0.715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액상화 LQ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 = 0.5</c:v>
                  </c:pt>
                  <c:pt idx="1">
                    <c:v>c = 1.0</c:v>
                  </c:pt>
                  <c:pt idx="2">
                    <c:v>c = 2.0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-0.103</c:v>
                </c:pt>
                <c:pt idx="1">
                  <c:v>0.256</c:v>
                </c:pt>
                <c:pt idx="2">
                  <c:v>0.501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-0.25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 MSE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 작게</c:v>
                  </c:pt>
                  <c:pt idx="10">
                    <c:v>F c 크게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0.1525</c:v>
                </c:pt>
                <c:pt idx="1">
                  <c:v>0.1498</c:v>
                </c:pt>
                <c:pt idx="2">
                  <c:v>0.147</c:v>
                </c:pt>
                <c:pt idx="3">
                  <c:v>0.1275</c:v>
                </c:pt>
                <c:pt idx="4">
                  <c:v>0.1242</c:v>
                </c:pt>
                <c:pt idx="5">
                  <c:v>0.3683</c:v>
                </c:pt>
                <c:pt idx="6">
                  <c:v>0.1409</c:v>
                </c:pt>
                <c:pt idx="7">
                  <c:v>0.1148</c:v>
                </c:pt>
                <c:pt idx="8">
                  <c:v>0.1555</c:v>
                </c:pt>
                <c:pt idx="9">
                  <c:v>0.1429</c:v>
                </c:pt>
                <c:pt idx="10">
                  <c:v>0.7068</c:v>
                </c:pt>
                <c:pt idx="11">
                  <c:v>0.3685</c:v>
                </c:pt>
                <c:pt idx="12">
                  <c:v>0.3685</c:v>
                </c:pt>
                <c:pt idx="13">
                  <c:v>0.3684</c:v>
                </c:pt>
                <c:pt idx="14">
                  <c:v>0.1469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기존 GT (2번)</c:v>
                  </c:pt>
                  <c:pt idx="1">
                    <c:v>자연+혼재 (4번)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0.8778</c:v>
                </c:pt>
                <c:pt idx="1">
                  <c:v>0.9023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C9772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기존 GT (2번)</c:v>
                  </c:pt>
                  <c:pt idx="1">
                    <c:v>자연+혼재 (4번)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0.8426</c:v>
                </c:pt>
                <c:pt idx="1">
                  <c:v>0.8638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3"/>
          <c:min val="0.8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평가 집합이 편향돼 있었고, 그걸 고치니 이전 결론 둘이 뒤집혔다는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(2)가 이번 개정의 핵심. 나머지는 그것을 제대로 보기 위한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부트스트랩: A −0.017 [−0.039,+0.007], C +0.011 [−0.011,+0.035], E −0.039 [−0.064,−0.012].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· 후속실험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11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집합을 고치니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결론이 뒤집혔다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정답의 69%가 평가에서 빠져 있었다. 되돌리자 양성률이 84%에서 25%로 내려가면서,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“잘 맞는다”던 조건이 사실은 확률을 0.44만큼 과대추정하고 있었던 것으로 드러났다.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029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조건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5029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평가 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5029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32,865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쌍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5029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말하기 전에 — 세 가지를 고쳐야 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92808"/>
            <a:ext cx="365760" cy="365760"/>
          </a:xfrm>
          <a:prstGeom prst="ellipse">
            <a:avLst/>
          </a:prstGeom>
          <a:solidFill>
            <a:srgbClr val="8A9B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938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196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81528" y="1819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prior → 자기 prior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1488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 조건의 prior는 z = a·log p̄ + b + c·log k 라 원값과 순위가 다르다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34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GT의 NA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734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→ 0으로 포함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0632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LQ는 NA를 0으로 세는데 LS만 뺐다. 그런데 GT 439행 중 304행(69%)이 NA였다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767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6484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중심화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3648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→ 규칙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9776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-ctr 이름이 붙은 조건만 중심화해서 B·C·D·J는 b를 학습하는데도 빠져 있었다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892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이 중 (2)가 이전 결론 두 개를 뒤집었다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5239512"/>
            <a:ext cx="10515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 fixed(유도식)가 LS 눈금이 완벽하다”(편향 +0.006)  →  정반대. 편향 +0.436, MSE 0.3683.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“b를 학습하면 LS 눈금이 무너진다”(편향 −0.27)  →  반대. C bounded 편향 +0.009, MSE 0.1148.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양성률 84%짜리 집합에서 잰 값이었다. 음성이 될 행이 대부분 빠져 있어서 확률을 크게 부풀리는 모형이 “잘 맞는 모형”으로 보였다.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정답의 69%가 빠져 있었다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LS와 LQ가 서로 다른 NA 규칙으로 돌고 있었다. LQ의 jshis_flag는 NA를 0으로 세는데 LS는 평가에서 뺐다.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0312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016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지표를 한 축에 놓았다 — 행 수·퍼센트·개수라 크기만 비교한다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2103120"/>
            <a:ext cx="4389120" cy="1920240"/>
          </a:xfrm>
          <a:prstGeom prst="roundRect">
            <a:avLst>
              <a:gd name="adj" fmla="val 2857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GT 439행 중 304행이 NA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633472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ls_flag 이벤트 6개: 1=64, 0=15, NA=178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ls_area_ha 이벤트 3개: &gt;0=49, =0=7, NA=126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없다는 것은 그 시정촌에서 산사태가 확인되지 않았다는 뜻이므로 0으로 센다.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4206240"/>
            <a:ext cx="4389120" cy="1920240"/>
          </a:xfrm>
          <a:prstGeom prst="roundRect">
            <a:avLst>
              <a:gd name="adj" fmla="val 2857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4389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달라지나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736592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기저확률 0.1344 → 0.1881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쌍 2,100 → 32,865 (16배)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불확실성이 크게 줄어 작은 차이도 판별할 수 있게 됐다.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돌렸나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갈래 모두 같은 데이터·같은 seed. 조건마다 브랜치가 다르고, 면적 항은 prior.py / loader.py 자체가 다르다.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GT는 학습에 전혀 쓰지 않는다 — 평가 전용이다.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  <a:gridCol w="118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집합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양성률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MSE 기저확률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(기존 GT)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(자연+혼재)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35254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교수님 피드백 — b 범위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45902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3개. b 상한을 4 / 10으로 넓혀 안쪽에서 멈추는지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5102352"/>
            <a:ext cx="365760" cy="365760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5148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5047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자연+혼재 GT 재평가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5340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2개. 학습은 그대로 두고 LS 정답만 좁힌다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5852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5897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57972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60899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10개. z = a·log p̄ + b + c·log k 의 a·b·c를 어떻게 다룰지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35040" y="2377440"/>
            <a:ext cx="5577840" cy="1609344"/>
          </a:xfrm>
          <a:prstGeom prst="roundRect">
            <a:avLst>
              <a:gd name="adj" fmla="val 340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2560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lam_gamma = 10 · 3000 epoch · seed 0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290779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 10개 조건 모두 lam_gamma=10이 최선이었다.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회귀·likelihood 파라미터 44개는 모든 조건에서 학습한다. 표의 ‘학습’은 prior의 a·b·c 중 학습 개수다.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설계 ① — 갈래 ②·③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항이 없는 조건이다. prior 식은 z = a·logit(p̄) + b 이고 a ∈ [0.5, 2], b는 아래 범위에서 학습한다.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691640"/>
                <a:gridCol w="2743200"/>
                <a:gridCol w="914400"/>
                <a:gridCol w="1143000"/>
                <a:gridCol w="1298448"/>
                <a:gridCol w="1298448"/>
                <a:gridCol w="140817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집계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범위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학습된 a_LS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학습된 b_LS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followup1-1-wood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6314.7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followup2-1-wood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6288.3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followup3-lqmax-b10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자연혼재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(2번 그대로 · 학습 없음)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자연혼재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(3번 그대로 · 학습 없음)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177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800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b는 넓혀도 상한에 붙는다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148072"/>
            <a:ext cx="484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b_LS가 상한 4에서 3.954, 상한 10에서 9.523으로 둘 다 끝에 붙었다.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최적값을 찾은 것이 아니라 잘린 것이다. 3번과 6번의 차이는 LQ prior를 시정촌 안 격자들의 평균으로 집계하느냐 최대로 하느냐 하나뿐이다.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46177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4800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은 학습을 다시 하지 않는다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148072"/>
            <a:ext cx="484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4·5번은 2·3번 모델 그대로다. 학습은 GT를 전혀 쓰지 않으므로 같은 seed면 모델이 완전히 같고, 바뀌는 것은 LS 정답뿐이다.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자연·혼재 → 양성 / 인공 → 음성(평가 포함) / 불명 → 평가 제외.  418행 → 398행.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설계 ② — 갈래 ④ 면적 항 A~J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a · log p̄ + b + c · (log k − m).  면적 항이 있는 조건만 logit이 아니라 log를 쓴다 — λ = p̄·k 를 덧셈으로 넣어야 하기 때문이다.  굵은 값이 학습된 값이다.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170432"/>
                <a:gridCol w="749808"/>
                <a:gridCol w="841248"/>
                <a:gridCol w="749808"/>
                <a:gridCol w="749808"/>
                <a:gridCol w="749808"/>
                <a:gridCol w="749808"/>
                <a:gridCol w="749808"/>
                <a:gridCol w="1078992"/>
                <a:gridCol w="603504"/>
                <a:gridCol w="248716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a_LS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b_LS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a_LQ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b_LQ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범위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묻는 것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fixed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유도식 그대로 (기준)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[−20, 20]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a와 c를 묶으면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bounded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[−20, 20]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c는 1, a·b만 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[−20, 20]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전부 자유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a1-c05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 효과 절반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a1-c2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 효과 두 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LQ만 절반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lq-c075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LQ만 0.75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lq-c-free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[−2, 4]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LQ의 c만 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b-only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[−20, 20]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높이만 보정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4748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중심화는 이름이 아니라 규칙이다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57784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m은 log k 평균(LS 8.042 / LQ 6.656)이다. b에 흡수되는 재매개변수화라 b를 학습하는 조건에서만 켠다. b=0 고정 조건은 빼면 유도식이 깨진다.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504748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prior 순위는 c/a 하나로 정해진다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57784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b와 m은 전 행에 더해지는 상수라 순위를 못 바꾸고, a와 c가 같은 배율이면 스케일만 변한다. 그래서 A·B·G·H·I·J의 prior AUC가 0.8850으로 전부 같다.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결과 한 장 — 산사태 LS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회색이 자기 prior 단독, 색이 posterior다. 색 막대가 회색보다 짧으면 피해 데이터가 오히려 깎았다는 뜻이다.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AUC · 가로축은 0.5(무작위)에서 시작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1945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 중 14개가 짧다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54203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posterior가 자기 prior를 넘은 것은 F 하나뿐이고 그마저 +0.0005다.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4·5번은 자연+혼재 GT라 prior 기준선이 0.878 → 0.902로 함께 올라간다.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쌍이 32,865개로 16배 늘었는데도 방향이 바뀌지 않았다.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결과 한 장 — 액상화 LQ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방식으로 LQ를 본다. 이쪽은 방향이 반대다.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AUC · 가로축은 0.5(무작위)에서 시작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1945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posterior가 더 길다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54203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LQ에서는 13개 조건이 자기 prior를 넘는다(+0.003 ~ +0.040). J가 +0.040으로 1위다.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예외는 3·5번(LQ 최대집계)과 F다. 3·5번은 prior가 0.837로 가장 좋은데 posterior가 0.775에 그쳐 −0.062로 가장 크게 깎는다.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좋아진 prior를 모델이 오히려 망가뜨린다.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 데이터가 LS에 보탠 양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posterior AUC − 자기 prior AUC (가중평균). 0보다 커야 피해 데이터가 보탠 것이 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20116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21945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 중 14개가 음수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542032"/>
            <a:ext cx="3063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양수 F(+0.0005)는 LS MSE 0.7068, 편향 +0.715로 다른 모든 지표에서 최악이다.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쌍이 32,865개로 16배 늘었는데도 방향이 바뀌지 않는다.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429768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44805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LQ는 반대다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4828032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LQ에서는 대부분 보탠다(+0.003 ~ +0.040).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모델에서 피해 데이터가 LS에 보태는 것이 없다는 것이 이번 실험의 가장 큰 발견이다.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= 1 은 확률을 부풀린다 — 두 hazard 모두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USGS 값 p̄는 칸 면적 중 덮일 비율이다. 칸이 독립이면 λ = p̄ × k 이고 순위가 같은 log λ 를 쓴다.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c = 1이 유도식 그대로다 — 그런데 그 독립 가정이 맞지 않는다.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28600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016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편향 = 평균 예측확률 − 실제 양성률 (LS 0.251 / LQ 0.476)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2468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판이 왜 반대로 보였나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816352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집합이 양성 84%였다. 그러면 “거의 다 양성이라 찍는 모형”이 잘 맞는 것처럼 보인다.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양성률이 0.251로 내려가자 A fixed의 평균 예측 0.687이 정체를 드러냈다.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4251960"/>
            <a:ext cx="4389120" cy="1691640"/>
          </a:xfrm>
          <a:prstGeom prst="roundRect">
            <a:avLst>
              <a:gd name="adj" fmla="val 3243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4434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LS의 최적 c도 0.5~1 사이다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782312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LQ와 같은 방향이다. 칸이 공간적으로 상관되어 1 − ∏(1−pᵢ)가 과대추정한다는 뜻이다.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“LS는 유도식 c=1이 맞다”는 이전 진단은 착시였다.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b를 학습하면 교정된다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b는 z에 더해지는 상수라 hazard 안에서 순위를 바꾸지 않고 확률 수준만 옮긴다. 중심화까지 적용하니 제 역할을 한다.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63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MSE (낮을수록 좋음) — 기저확률 베이스라인 0.1881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01000" y="20116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21945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bounded − A fixed (LS)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542032"/>
            <a:ext cx="30632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AUC  +0.0205  [+0.000, +0.042]   경계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 −0.2535  [−0.292, −0.217]   유의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기준이다. AUC 우위는 하한이 0에 닿아 경계선이고, MSE 우위는 확실하다.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C는 기저확률(0.1881)을 넘는 유일한 면적 조건이고 편향은 +0.009다.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1000" y="44805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66344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A·G·H·I가 0.37로 튄다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501091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 다 c_LS = 1 이고 b = 0 고정이다.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순위(AUC)는 나쁘지 않은데 확률 수준이 두 배 넘게 부풀려져 MSE가 무너진다.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결과 15개 조건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640080"/>
                <a:gridCol w="685800"/>
                <a:gridCol w="685800"/>
                <a:gridCol w="1051560"/>
                <a:gridCol w="1143000"/>
                <a:gridCol w="1005840"/>
                <a:gridCol w="1005840"/>
                <a:gridCol w="1051560"/>
                <a:gridCol w="11430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AUC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보탠양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MSE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편향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AUC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보탠양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MSE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b10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자연혼재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자연혼재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fixed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bounded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작게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크게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c=0.75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 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b만 학습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‘보탠양’ = posterior AUC − 자기 prior AUC (가중평균).  기저확률 MSE: LS 0.1881(4·5번은 0.1560) / LQ 0.2494.  초록 = 아래 슬라이드의 세 후보.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자연+혼재는 여전히 유효하다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USGS 산사태 사전모형이 설명하는 것은 자연사면의 붕괴인데, GT의 양성에는 성토·옹벽·법면 같은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인공사면 붕괴가 섞여 있었다. 평가 집합을 고친 뒤에도 이 결론은 그대로다.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28600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925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AUC — 모델은 그대로, 정답만 바꿨을 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75120" y="2286000"/>
            <a:ext cx="4937760" cy="1828800"/>
          </a:xfrm>
          <a:prstGeom prst="roundRect">
            <a:avLst>
              <a:gd name="adj" fmla="val 30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24688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한 줄도 바꾸지 않았다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816352"/>
            <a:ext cx="4389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자기 prior가 0.8778 → 0.9023으로 오른다. 원래 맞히고 있던 것을 그동안 틀렸다고 채점하고 있었다는 뜻이다.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posterior 0.8426 → 0.8638, MSE 0.1498 → 0.1275.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4297680"/>
            <a:ext cx="4937760" cy="1920240"/>
          </a:xfrm>
          <a:prstGeom prst="roundRect">
            <a:avLst>
              <a:gd name="adj" fmla="val 2857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44805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그런데 LQ 최대집계는 반대다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4828032"/>
            <a:ext cx="4389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prior를 최대집계로 바꾸면 prior 자체의 AUC가 0.7154 → 0.8372로 크게 오른다.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posterior는 0.7753에 그친다 — 자기 prior보다 0.062 낮다. 좋아진 prior를 모델이 깎아먹는다.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조건을 쓸 것인가 — 트레이드오프다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지표를 모두 통과하는 조건은 없다. LS 보탠양이 양수인 것이 F뿐이고 F는 나머지가 최악이기 때문이다.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지표를 빼고 보면 셋이 갈린다.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615184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bounded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순위가 중요할 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918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AUC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04288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033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MSE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0.1148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114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편향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4114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526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AUC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304288" y="4526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937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MSE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4937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349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편향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5968" y="237744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2615184"/>
            <a:ext cx="146304" cy="146304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28032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c = 0.5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눈금이 중요할 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32918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AUC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053328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37033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MSE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53328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4114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편향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053328" y="4114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4526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AUC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53328" y="4526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4937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MSE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053328" y="4937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0.1932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5349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편향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053328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65008" y="237744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9328" y="2615184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77072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 b만 학습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LQ가 중요할 때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32918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AUC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802368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39328" y="37033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MSE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9802368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0.1469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339328" y="4114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편향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02368" y="4114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+0.083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4526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AUC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9802368" y="4526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0.8100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339328" y="4937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MSE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802368" y="4937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0.2217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39328" y="5349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편향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802368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−0.192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C는 LS AUC 1위에 눈금도 거의 완벽하지만 LQ MSE가 기저확률(0.2494)에 0.0013 차이로 미달한다.  E는 학습 파라미터 0개로 평균 MSE·최대 편향 모두 1위다.  J는 LQ AUC와 보탠양이 모두 1위다.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다음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56232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" y="17830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LS에서 피해 데이터가 보태는 것이 없다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1122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 중 14개가 자기 prior보다 낮다. 왜 그런지가 다음 연구의 중심이어야 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770632"/>
            <a:ext cx="201168" cy="201168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9264" y="26974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c_LS도 1보다 낮춰야 한다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0266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E(c=0.5)의 편향 −0.097과 A(c=1)의 +0.436 사이에 최적값이 있다. c_LS × c_LQ를 0.5~1 구간에서 훑는 실험이 다음 순서다.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685032"/>
            <a:ext cx="201168" cy="201168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9264" y="36118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③과 ④를 결합하지 않았다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9410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 10개 조건은 전부 기존(all) GT로 돌았다.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5994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9264" y="45262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최대집계 + 면적 항을 안 해봤다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48554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LQ prior(0.8372)와 면적 항을 한 번도 같이 쓰지 않았다. 다만 λ = p̄·k 유도가 평균집계를 전제하므로 이론 정리가 먼저다.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513832"/>
            <a:ext cx="201168" cy="201168"/>
          </a:xfrm>
          <a:prstGeom prst="ellipse">
            <a:avLst/>
          </a:prstGeom>
          <a:solidFill>
            <a:srgbClr val="8A9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" y="54406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평가는 229행뿐이다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57698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LS는 418행으로 늘었지만 LQ는 GT 시트가 덮는 범위가 그대로다.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00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재현:  python tools/build_dataset.py --area-from-usgs  →  python run_followup3.py --data-dir 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후속실험 3</dc:title>
  <dc:subject>PptxGenJS Presentation</dc:subject>
  <dc:creator>Pilot A</dc:creator>
  <cp:lastModifiedBy>Pilot A</cp:lastModifiedBy>
  <cp:revision>1</cp:revision>
  <dcterms:created xsi:type="dcterms:W3CDTF">2026-09-16T15:17:01Z</dcterms:created>
  <dcterms:modified xsi:type="dcterms:W3CDTF">2026-09-16T15:17:01Z</dcterms:modified>
</cp:coreProperties>
</file>